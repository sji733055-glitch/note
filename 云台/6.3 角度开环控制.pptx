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372" r:id="rId3"/>
    <p:sldId id="394" r:id="rId4"/>
    <p:sldId id="395" r:id="rId5"/>
    <p:sldId id="396" r:id="rId6"/>
    <p:sldId id="397" r:id="rId7"/>
    <p:sldId id="260" r:id="rId8"/>
  </p:sldIdLst>
  <p:sldSz cx="12192000" cy="6858000"/>
  <p:notesSz cx="6858000" cy="9144000"/>
  <p:custDataLst>
    <p:tags r:id="rId11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8" autoAdjust="0"/>
    <p:restoredTop sz="95244" autoAdjust="0"/>
  </p:normalViewPr>
  <p:slideViewPr>
    <p:cSldViewPr snapToGrid="0">
      <p:cViewPr varScale="1">
        <p:scale>
          <a:sx n="105" d="100"/>
          <a:sy n="105" d="100"/>
        </p:scale>
        <p:origin x="6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2025/3/21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994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624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895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887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2025/3/21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6.3 </a:t>
            </a:r>
            <a:r>
              <a:rPr lang="zh-CN" altLang="en-US" sz="6000" cap="none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角度开环控制</a:t>
            </a:r>
            <a:endParaRPr lang="zh-CN" altLang="en-US" sz="6000" cap="none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1719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回顾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头脑风暴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速控与位控的对比</a:t>
            </a:r>
            <a:endParaRPr lang="en-US" altLang="zh-CN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2454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上一小节，我们优化了云台电机控制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云台电机是角度闭环控制，或者说位置控制模式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电机角速度当前值，原本通过电机反馈的数据报文直接获取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但考虑到电机反馈的角速度值过于离散，精度较差，因此由陀螺仪取代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大幅提高了云台电机的响应速度，也有助于减小角度超调量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07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2 </a:t>
            </a:r>
            <a:r>
              <a:rPr lang="zh-CN" altLang="en-US" sz="4000" cap="none" dirty="0"/>
              <a:t>头脑风暴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2" y="1550046"/>
            <a:ext cx="11029616" cy="1654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FPS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游戏中对枪线的控制是比较朴素的，不是位控，而是速控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游戏手柄拨杆的当前位置，映射到视野转动的速度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鼠标向对应方向移动的速度，映射到视野转动的速度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手指触屏向对应方向移动的速度，映射到视野转动的速度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674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3 </a:t>
            </a:r>
            <a:r>
              <a:rPr lang="zh-CN" altLang="en-US" sz="4000" cap="none" dirty="0"/>
              <a:t>速控与位控的对比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3" y="1550046"/>
            <a:ext cx="4983930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位置超调量为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，原则上松手即停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对抗时，枪口容易受自身与外界影响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近战可能被对方碰撞车体，带偏云台电机角度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拨弹发弹时自身后坐力也会在一定程度上带偏云台电机角度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7EB1C3-EBD1-4743-B182-A2E4F2B240EF}"/>
              </a:ext>
            </a:extLst>
          </p:cNvPr>
          <p:cNvSpPr txBox="1"/>
          <p:nvPr/>
        </p:nvSpPr>
        <p:spPr>
          <a:xfrm>
            <a:off x="6626876" y="1550046"/>
            <a:ext cx="4983930" cy="405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调参麻烦，位置容易有超调量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对抗时，枪口会进行位置闭环，抗扰性强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近战碰撞，云台被冲撞后，可以依靠角度闭环归位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拨弹发弹时，由于有角度闭环，操作手视角几乎感受不到后坐力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165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3 </a:t>
            </a:r>
            <a:r>
              <a:rPr lang="zh-CN" altLang="en-US" sz="4000" cap="none" dirty="0"/>
              <a:t>速控与位控的对比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610BB1-2D6B-4172-963A-D36537AC5DCD}"/>
              </a:ext>
            </a:extLst>
          </p:cNvPr>
          <p:cNvSpPr txBox="1"/>
          <p:nvPr/>
        </p:nvSpPr>
        <p:spPr>
          <a:xfrm>
            <a:off x="581193" y="1550046"/>
            <a:ext cx="4983930" cy="1254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适合操作手进行一般化运动使用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7EB1C3-EBD1-4743-B182-A2E4F2B240EF}"/>
              </a:ext>
            </a:extLst>
          </p:cNvPr>
          <p:cNvSpPr txBox="1"/>
          <p:nvPr/>
        </p:nvSpPr>
        <p:spPr>
          <a:xfrm>
            <a:off x="6626876" y="1550046"/>
            <a:ext cx="4983930" cy="1654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位控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适合自瞄时作为控制值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适合操作手进行精调枪线时使用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29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313</Words>
  <Application>Microsoft Office PowerPoint</Application>
  <PresentationFormat>宽屏</PresentationFormat>
  <Paragraphs>44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 UI</vt:lpstr>
      <vt:lpstr>Arial</vt:lpstr>
      <vt:lpstr>Gill Sans MT</vt:lpstr>
      <vt:lpstr>Wingdings 2</vt:lpstr>
      <vt:lpstr>红利</vt:lpstr>
      <vt:lpstr>6.3 角度开环控制</vt:lpstr>
      <vt:lpstr>目录</vt:lpstr>
      <vt:lpstr>1 回顾</vt:lpstr>
      <vt:lpstr>2 头脑风暴</vt:lpstr>
      <vt:lpstr>3 速控与位控的对比</vt:lpstr>
      <vt:lpstr>3 速控与位控的对比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2025-03-21T04:07:05Z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