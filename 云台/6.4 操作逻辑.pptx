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72" r:id="rId3"/>
    <p:sldId id="394" r:id="rId4"/>
    <p:sldId id="395" r:id="rId5"/>
    <p:sldId id="397" r:id="rId6"/>
    <p:sldId id="398" r:id="rId7"/>
    <p:sldId id="399" r:id="rId8"/>
    <p:sldId id="400" r:id="rId9"/>
    <p:sldId id="391" r:id="rId10"/>
    <p:sldId id="401" r:id="rId11"/>
    <p:sldId id="402" r:id="rId12"/>
    <p:sldId id="260" r:id="rId13"/>
  </p:sldIdLst>
  <p:sldSz cx="12192000" cy="6858000"/>
  <p:notesSz cx="6858000" cy="9144000"/>
  <p:custDataLst>
    <p:tags r:id="rId16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8" autoAdjust="0"/>
    <p:restoredTop sz="95244" autoAdjust="0"/>
  </p:normalViewPr>
  <p:slideViewPr>
    <p:cSldViewPr snapToGrid="0">
      <p:cViewPr varScale="1">
        <p:scale>
          <a:sx n="103" d="100"/>
          <a:sy n="103" d="100"/>
        </p:scale>
        <p:origin x="7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2025/4/18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994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591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295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378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5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637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1013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4502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6734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2025/4/18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6.4 </a:t>
            </a:r>
            <a:r>
              <a:rPr lang="zh-CN" altLang="en-US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操作逻辑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4367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遥控器逻辑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控制端选择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云台运动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键鼠逻辑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云台运动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能量机关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模块与整车控制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加深位控与速控的认知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1.1 </a:t>
            </a:r>
            <a:r>
              <a:rPr lang="zh-CN" altLang="en-US" sz="4000" cap="none" dirty="0"/>
              <a:t>遥控器逻辑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控制端选择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85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整车控制方选择，遥控器左前方拨码开关下中上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失能状态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遥控器离线，或遥控器左前方拨码开关在最下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任何控制器均不可控制，且各个电机输出值均为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或下电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用于遥控器疯车、坠落时快速切断控制源，尽最大可能减小机构损伤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遥控器左前方拨码开关在中间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此时由操作手控制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遥控器左前方拨码开关在最上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此时底盘由操作手控制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自瞄若识别到敌方装甲板则由其控制云台，否则操作手控制云台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07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1.2 </a:t>
            </a:r>
            <a:r>
              <a:rPr lang="zh-CN" altLang="en-US" sz="4000" cap="none" dirty="0"/>
              <a:t>遥控器逻辑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云台运动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1654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视角控制，遥控器右侧拨杆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像大多数手游一样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对应以云台为第一人称视角的转头运动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两个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xy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分量分别将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[-1, 1]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等比例映射到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0993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2.1 </a:t>
            </a:r>
            <a:r>
              <a:rPr lang="zh-CN" altLang="en-US" sz="4000" cap="none" dirty="0"/>
              <a:t>键鼠逻辑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云台运动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05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视角控制，鼠标移动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对应以云台为第一人称视角的转头运动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两个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xy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分量分别将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[-1, 1]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等比例映射到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]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一键调头，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对应云台直接相对底盘旋转半圈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与此同时，云台未来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1.5s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内是角度控制，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1.5s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后切换回原本的控制形式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用于快速跑路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打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FPS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端游的注意，有些游戏里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是丢枪，如果操作手训练过多，肌肉记忆可能导致打游戏跑路变成丢枪。。。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56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2.2 </a:t>
            </a:r>
            <a:r>
              <a:rPr lang="zh-CN" altLang="en-US" sz="4000" cap="none" dirty="0"/>
              <a:t>键鼠逻辑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自瞄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自瞄是否开启，鼠标右键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按住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切换至自瞄模式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常规模式，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endParaRPr lang="en-US" altLang="zh-CN" sz="2000" dirty="0">
              <a:highlight>
                <a:srgbClr val="00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云台速度控制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云台由操作手控制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自瞄模式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自瞄若识别到敌方装甲板则由其控制云台，否则操作手控制云台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如果鼠标左键是长按，且自瞄发过来的开火标志位是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，则发射机构为连发模式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349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2.3 </a:t>
            </a:r>
            <a:r>
              <a:rPr lang="zh-CN" altLang="en-US" sz="4000" cap="none" dirty="0"/>
              <a:t>键鼠逻辑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能量机关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自瞄识别的目标切换，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用于切换装甲板状态与能量机关状态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装甲板状态，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此时底盘跟随正常，发射机构连发阈值为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0.15s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能量机关状态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此时底盘跟随关闭，发射机构连发阈值为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1s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若操作手突破了发射机构连发阈值，或能量机关状态持续超过了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，则自动切换为装甲板状态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03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2.4 </a:t>
            </a:r>
            <a:r>
              <a:rPr lang="zh-CN" altLang="en-US" sz="3600" cap="none" dirty="0"/>
              <a:t>键鼠逻辑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模块与整车控制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45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复位整车，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Ctrl+Shift+Z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复位整车，调用函数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HAL_NVIC_SystemReset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即可复位整车，若机器人临场嵌入式出现奇怪问题可用此法脱困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裁判系统可信情况切换，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Ctrl+Shift+X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速记法：裁判判负打个叉，所以是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裁判系统可信，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，此时功率控制的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部分当前值数据由裁判系统提供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裁判系统不可信，此时功率控制的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部分当前值数据不由裁判系统提供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裁判系统不可信时，由操作手手动设置红蓝方以及底盘属性和发射机构属性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但凡操作手手动修改过红蓝方、底盘、发射机构属性或手动升级，裁判系统都将切换为不可信状态，需操作手手动切回可信状态才能继续相信裁判系统的信息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26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2.4 </a:t>
            </a:r>
            <a:r>
              <a:rPr lang="zh-CN" altLang="en-US" sz="3600" cap="none" dirty="0"/>
              <a:t>键鼠逻辑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模块与整车控制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39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红蓝方切换，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Ctrl+Shift+Q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默认红方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，按一次在红方蓝方之间切换一次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底盘属性切换，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Ctrl+Shift+W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默认血量优先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，按一次在血量优先和功率优先之间切换一次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发射机构属性切换，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Ctrl+Shift+E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默认冷却优先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，按一次在冷却优先和爆发优先之间切换一次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操作手手动升级，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Ctrl+Shift+R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/F【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</a:t>
            </a:r>
            <a:r>
              <a:rPr lang="en-US" altLang="zh-CN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极</a:t>
            </a:r>
            <a:endParaRPr lang="en-US" altLang="zh-CN" sz="1600" dirty="0">
              <a:highlight>
                <a:srgbClr val="00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对应升级，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对应降级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946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2.4 </a:t>
            </a:r>
            <a:r>
              <a:rPr lang="zh-CN" altLang="en-US" sz="3600" cap="none" dirty="0"/>
              <a:t>键鼠逻辑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模块与整车控制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1654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视觉可信情况切换，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Ctrl+Shift+V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速记法：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Vision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是视觉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视觉可信，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，此时右键可以触发自瞄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视觉不可信，此时右键仅保留云台角度环控制功能，不可触发自瞄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3 </a:t>
            </a:r>
            <a:r>
              <a:rPr lang="zh-CN" altLang="en-US" sz="3600" cap="none" dirty="0"/>
              <a:t>加深位控与速控的认知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AEB54C-09B2-4390-9EF4-0CE6D2008025}"/>
              </a:ext>
            </a:extLst>
          </p:cNvPr>
          <p:cNvSpPr txBox="1"/>
          <p:nvPr/>
        </p:nvSpPr>
        <p:spPr>
          <a:xfrm>
            <a:off x="581192" y="1550045"/>
            <a:ext cx="11029613" cy="4379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速控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速度作为目标值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直接对应遥控器或键鼠通道值乘上一个系数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简单直观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位控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位置作为目标值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如果是操作手控制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遥控器或键鼠的通道值乘上一个系数再乘上控制周期（如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0.001s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），加到上一时刻的目标值上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如果是视觉控制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接收到视觉传来数据时刻的角度当前值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视觉传来的角度差值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是速度在时间上的累加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22C4E4-CB6F-45C8-B97B-DAFA76C27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56" y="1894422"/>
            <a:ext cx="4713298" cy="223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2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968</Words>
  <Application>Microsoft Office PowerPoint</Application>
  <PresentationFormat>宽屏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 UI</vt:lpstr>
      <vt:lpstr>Arial</vt:lpstr>
      <vt:lpstr>Gill Sans MT</vt:lpstr>
      <vt:lpstr>Wingdings 2</vt:lpstr>
      <vt:lpstr>红利</vt:lpstr>
      <vt:lpstr>6.4 操作逻辑</vt:lpstr>
      <vt:lpstr>目录</vt:lpstr>
      <vt:lpstr>1.1 遥控器逻辑——控制端选择</vt:lpstr>
      <vt:lpstr>1.2 遥控器逻辑——云台运动</vt:lpstr>
      <vt:lpstr>2.1 键鼠逻辑——云台运动</vt:lpstr>
      <vt:lpstr>2.2 键鼠逻辑——自瞄</vt:lpstr>
      <vt:lpstr>2.3 键鼠逻辑——能量机关</vt:lpstr>
      <vt:lpstr>2.4 键鼠逻辑——模块与整车控制</vt:lpstr>
      <vt:lpstr>2.4 键鼠逻辑——模块与整车控制</vt:lpstr>
      <vt:lpstr>2.4 键鼠逻辑——模块与整车控制</vt:lpstr>
      <vt:lpstr>3 加深位控与速控的认知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2025-04-18T09:30:16Z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