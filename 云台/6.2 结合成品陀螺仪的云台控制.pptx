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autoCompressPictures="0">
  <p:sldMasterIdLst>
    <p:sldMasterId id="2147483648" r:id="rId1"/>
  </p:sldMasterIdLst>
  <p:notesMasterIdLst>
    <p:notesMasterId r:id="rId13"/>
  </p:notesMasterIdLst>
  <p:handoutMasterIdLst>
    <p:handoutMasterId r:id="rId14"/>
  </p:handoutMasterIdLst>
  <p:sldIdLst>
    <p:sldId id="256" r:id="rId2"/>
    <p:sldId id="372" r:id="rId3"/>
    <p:sldId id="394" r:id="rId4"/>
    <p:sldId id="401" r:id="rId5"/>
    <p:sldId id="395" r:id="rId6"/>
    <p:sldId id="396" r:id="rId7"/>
    <p:sldId id="397" r:id="rId8"/>
    <p:sldId id="398" r:id="rId9"/>
    <p:sldId id="399" r:id="rId10"/>
    <p:sldId id="400" r:id="rId11"/>
    <p:sldId id="260" r:id="rId12"/>
  </p:sldIdLst>
  <p:sldSz cx="12192000" cy="6858000"/>
  <p:notesSz cx="6858000" cy="9144000"/>
  <p:custDataLst>
    <p:tags r:id="rId15"/>
  </p:custDataLst>
  <p:defaultTextStyle>
    <a:defPPr rtl="0">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12E"/>
    <a:srgbClr val="444E56"/>
    <a:srgbClr val="117186"/>
    <a:srgbClr val="004C75"/>
    <a:srgbClr val="808080"/>
    <a:srgbClr val="4590B8"/>
    <a:srgbClr val="4876CD"/>
    <a:srgbClr val="99FF66"/>
    <a:srgbClr val="99CC00"/>
    <a:srgbClr val="33CC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88" autoAdjust="0"/>
    <p:restoredTop sz="95244" autoAdjust="0"/>
  </p:normalViewPr>
  <p:slideViewPr>
    <p:cSldViewPr snapToGrid="0">
      <p:cViewPr varScale="1">
        <p:scale>
          <a:sx n="105" d="100"/>
          <a:sy n="105" d="100"/>
        </p:scale>
        <p:origin x="60" y="124"/>
      </p:cViewPr>
      <p:guideLst/>
    </p:cSldViewPr>
  </p:slideViewPr>
  <p:notesTextViewPr>
    <p:cViewPr>
      <p:scale>
        <a:sx n="1" d="1"/>
        <a:sy n="1" d="1"/>
      </p:scale>
      <p:origin x="0" y="0"/>
    </p:cViewPr>
  </p:notesTextViewPr>
  <p:notesViewPr>
    <p:cSldViewPr snapToGrid="0">
      <p:cViewPr varScale="1">
        <p:scale>
          <a:sx n="65" d="100"/>
          <a:sy n="65" d="100"/>
        </p:scale>
        <p:origin x="3154" y="6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4099690-A1B4-4631-A843-BC33AAFEB53A}" type="datetimeFigureOut">
              <a:rPr lang="zh-CN" altLang="en-US" smtClean="0">
                <a:latin typeface="Microsoft YaHei UI" panose="020B0503020204020204" pitchFamily="34" charset="-122"/>
                <a:ea typeface="Microsoft YaHei UI" panose="020B0503020204020204" pitchFamily="34" charset="-122"/>
              </a:rPr>
              <a:t>2025/3/15</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FC93706-78A1-4E82-BB60-80A7D602F484}" type="slidenum">
              <a:rPr lang="zh-CN" altLang="en-US"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5CBC27D5-E943-4688-A3E4-00C0F3344C8A}" type="datetimeFigureOut">
              <a:rPr lang="zh-CN" altLang="en-US" smtClean="0"/>
              <a:t>2025/3/15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039B6F5C-370E-43A9-8FB2-7FE12A59E293}"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2</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3021672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7994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25485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16150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0594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22806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20965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90584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3953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latin typeface="Microsoft YaHei UI" panose="020B0503020204020204" pitchFamily="34" charset="-122"/>
              <a:ea typeface="Microsoft YaHei UI" panose="020B0503020204020204" pitchFamily="34" charset="-122"/>
            </a:endParaRPr>
          </a:p>
        </p:txBody>
      </p:sp>
      <p:sp>
        <p:nvSpPr>
          <p:cNvPr id="4" name="灯片编号占位符 3"/>
          <p:cNvSpPr>
            <a:spLocks noGrp="1"/>
          </p:cNvSpPr>
          <p:nvPr>
            <p:ph type="sldNum" sz="quarter" idx="10"/>
          </p:nvPr>
        </p:nvSpPr>
        <p:spPr/>
        <p:txBody>
          <a:bodyPr/>
          <a:lstStyle/>
          <a:p>
            <a:fld id="{039B6F5C-370E-43A9-8FB2-7FE12A59E293}" type="slidenum">
              <a:rPr lang="zh-CN" altLang="en-US" smtClean="0">
                <a:latin typeface="Microsoft YaHei UI" panose="020B0503020204020204" pitchFamily="34" charset="-122"/>
                <a:ea typeface="Microsoft YaHei UI" panose="020B0503020204020204" pitchFamily="34" charset="-122"/>
              </a:rPr>
              <a:t>11</a:t>
            </a:fld>
            <a:endParaRPr lang="zh-CN" altLang="en-US">
              <a:latin typeface="Microsoft YaHei UI" panose="020B0503020204020204" pitchFamily="34" charset="-122"/>
              <a:ea typeface="Microsoft YaHei UI" panose="020B0503020204020204" pitchFamily="34"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userDrawn="1"/>
        </p:nvSpPr>
        <p:spPr>
          <a:xfrm>
            <a:off x="446534" y="4264429"/>
            <a:ext cx="11262866" cy="2126136"/>
          </a:xfrm>
          <a:prstGeom prst="rect">
            <a:avLst/>
          </a:prstGeom>
          <a:solidFill>
            <a:srgbClr val="1A3260">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dirty="0"/>
          </a:p>
        </p:txBody>
      </p:sp>
      <p:sp>
        <p:nvSpPr>
          <p:cNvPr id="2" name="标题 1"/>
          <p:cNvSpPr>
            <a:spLocks noGrp="1"/>
          </p:cNvSpPr>
          <p:nvPr>
            <p:ph type="ctrTitle"/>
          </p:nvPr>
        </p:nvSpPr>
        <p:spPr>
          <a:xfrm>
            <a:off x="581191" y="1020431"/>
            <a:ext cx="10993549" cy="1475013"/>
          </a:xfrm>
          <a:effectLst/>
        </p:spPr>
        <p:txBody>
          <a:bodyPr rtlCol="0" anchor="b">
            <a:normAutofit/>
          </a:bodyPr>
          <a:lstStyle>
            <a:lvl1pPr>
              <a:defRPr sz="3600">
                <a:solidFill>
                  <a:schemeClr val="accent1"/>
                </a:solidFill>
                <a:latin typeface="Microsoft YaHei UI" panose="020B0503020204020204" pitchFamily="34" charset="-122"/>
                <a:ea typeface="Microsoft YaHei UI" panose="020B0503020204020204" pitchFamily="34" charset="-122"/>
              </a:defRPr>
            </a:lvl1pPr>
          </a:lstStyle>
          <a:p>
            <a:pPr rtl="0"/>
            <a:r>
              <a:rPr lang="zh-CN" altLang="en-US"/>
              <a:t>单击此处编辑母版标题样式</a:t>
            </a:r>
            <a:endParaRPr lang="en-US" dirty="0"/>
          </a:p>
        </p:txBody>
      </p:sp>
      <p:sp>
        <p:nvSpPr>
          <p:cNvPr id="3" name="副标题 2"/>
          <p:cNvSpPr>
            <a:spLocks noGrp="1"/>
          </p:cNvSpPr>
          <p:nvPr>
            <p:ph type="subTitle" idx="1"/>
          </p:nvPr>
        </p:nvSpPr>
        <p:spPr>
          <a:xfrm>
            <a:off x="581194" y="2495445"/>
            <a:ext cx="10993546" cy="590321"/>
          </a:xfrm>
        </p:spPr>
        <p:txBody>
          <a:bodyPr rtlCol="0" anchor="t">
            <a:normAutofit/>
          </a:bodyPr>
          <a:lstStyle>
            <a:lvl1pPr marL="0" indent="0" algn="l">
              <a:buNone/>
              <a:defRPr sz="1600" cap="all">
                <a:solidFill>
                  <a:schemeClr val="accent2"/>
                </a:solidFill>
                <a:latin typeface="Microsoft YaHei UI" panose="020B0503020204020204" pitchFamily="34" charset="-122"/>
                <a:ea typeface="Microsoft YaHei UI" panose="020B0503020204020204"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zh-CN" altLang="en-US"/>
              <a:t>单击此处编辑母版副标题样式</a:t>
            </a:r>
            <a:endParaRPr lang="en-US" dirty="0"/>
          </a:p>
        </p:txBody>
      </p:sp>
      <p:sp>
        <p:nvSpPr>
          <p:cNvPr id="4" name="日期占位符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fld id="{3E7F0539-EDB5-495D-89F2-C833D4240245}" type="datetime1">
              <a:rPr lang="zh-CN" altLang="en-US" smtClean="0"/>
              <a:t>2025/3/15</a:t>
            </a:fld>
            <a:endParaRPr lang="en-US" dirty="0"/>
          </a:p>
        </p:txBody>
      </p:sp>
      <p:sp>
        <p:nvSpPr>
          <p:cNvPr id="5" name="页脚占位符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latin typeface="Microsoft YaHei UI" panose="020B0503020204020204" pitchFamily="34" charset="-122"/>
                <a:ea typeface="Microsoft YaHei UI" panose="020B0503020204020204" pitchFamily="34" charset="-122"/>
              </a:defRPr>
            </a:lvl1pPr>
          </a:lstStyle>
          <a:p>
            <a:endParaRPr lang="zh-CN" altLang="en-US" noProof="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a:spLocks noChangeAspect="1"/>
          </p:cNvSpPr>
          <p:nvPr/>
        </p:nvSpPr>
        <p:spPr>
          <a:xfrm>
            <a:off x="440286" y="49802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85776"/>
            <a:ext cx="11029616" cy="1013800"/>
          </a:xfrm>
        </p:spPr>
        <p:txBody>
          <a:bodyPr rtlCol="0"/>
          <a:lstStyle/>
          <a:p>
            <a:pPr rtl="0"/>
            <a:r>
              <a:rPr lang="zh-CN" altLang="en-US"/>
              <a:t>单击此处编辑母版标题样式</a:t>
            </a:r>
            <a:endParaRPr lang="en-US" dirty="0"/>
          </a:p>
        </p:txBody>
      </p:sp>
      <p:sp>
        <p:nvSpPr>
          <p:cNvPr id="3" name="内容占位符 2"/>
          <p:cNvSpPr>
            <a:spLocks noGrp="1"/>
          </p:cNvSpPr>
          <p:nvPr>
            <p:ph idx="1"/>
          </p:nvPr>
        </p:nvSpPr>
        <p:spPr>
          <a:xfrm>
            <a:off x="581192" y="2180496"/>
            <a:ext cx="11029615" cy="3678303"/>
          </a:xfrm>
        </p:spPr>
        <p:txBody>
          <a:bodyPr rtlCol="0"/>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DB8ABD03-1D09-4FDF-B7F3-BC40D9AA2B4B}" type="datetime1">
              <a:rPr lang="zh-CN" altLang="en-US" smtClean="0"/>
              <a:t>2025/3/15</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幻灯片编号占位符 5"/>
          <p:cNvSpPr>
            <a:spLocks noGrp="1"/>
          </p:cNvSpPr>
          <p:nvPr>
            <p:ph type="sldNum" sz="quarter" idx="12"/>
          </p:nvPr>
        </p:nvSpPr>
        <p:spPr>
          <a:xfrm>
            <a:off x="10558300" y="5956137"/>
            <a:ext cx="1052508" cy="365125"/>
          </a:xfrm>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29575" y="794463"/>
            <a:ext cx="3592168" cy="62612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zh-CN" altLang="en-US"/>
              <a:t>单击此处编辑母版标题样式</a:t>
            </a:r>
            <a:endParaRPr lang="en-US" dirty="0"/>
          </a:p>
        </p:txBody>
      </p:sp>
      <p:sp>
        <p:nvSpPr>
          <p:cNvPr id="3" name="文本占位符 2"/>
          <p:cNvSpPr>
            <a:spLocks noGrp="1"/>
          </p:cNvSpPr>
          <p:nvPr>
            <p:ph type="body" idx="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zh-CN" altLang="en-US"/>
              <a:t>单击此处编辑母版文本样式</a:t>
            </a:r>
          </a:p>
        </p:txBody>
      </p:sp>
      <p:sp>
        <p:nvSpPr>
          <p:cNvPr id="4" name="日期占位符 3"/>
          <p:cNvSpPr>
            <a:spLocks noGrp="1"/>
          </p:cNvSpPr>
          <p:nvPr>
            <p:ph type="dt" sz="half" idx="10"/>
          </p:nvPr>
        </p:nvSpPr>
        <p:spPr/>
        <p:txBody>
          <a:bodyPr rtlCol="0"/>
          <a:lstStyle>
            <a:lvl1pPr>
              <a:defRPr>
                <a:solidFill>
                  <a:schemeClr val="accent1">
                    <a:lumMod val="75000"/>
                    <a:lumOff val="25000"/>
                  </a:schemeClr>
                </a:solidFill>
              </a:defRPr>
            </a:lvl1pPr>
          </a:lstStyle>
          <a:p>
            <a:pPr rtl="0"/>
            <a:fld id="{C946AA11-7391-430C-8DDA-B49E90C09240}" type="datetime1">
              <a:rPr lang="zh-CN" altLang="en-US" smtClean="0"/>
              <a:t>2025/3/15</a:t>
            </a:fld>
            <a:endParaRPr lang="en-US" dirty="0"/>
          </a:p>
        </p:txBody>
      </p:sp>
      <p:sp>
        <p:nvSpPr>
          <p:cNvPr id="5" name="页脚占位符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矩形 7"/>
          <p:cNvSpPr>
            <a:spLocks noChangeAspect="1"/>
          </p:cNvSpPr>
          <p:nvPr/>
        </p:nvSpPr>
        <p:spPr>
          <a:xfrm>
            <a:off x="445982" y="606554"/>
            <a:ext cx="11300036" cy="88973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3" y="606554"/>
            <a:ext cx="11029616" cy="878681"/>
          </a:xfrm>
        </p:spPr>
        <p:txBody>
          <a:bodyPr rtlCol="0"/>
          <a:lstStyle/>
          <a:p>
            <a:pPr rtl="0"/>
            <a:r>
              <a:rPr lang="zh-CN" altLang="en-US" dirty="0"/>
              <a:t>单击此处编辑母版标题样式</a:t>
            </a:r>
            <a:endParaRPr lang="en-US" dirty="0"/>
          </a:p>
        </p:txBody>
      </p:sp>
      <p:sp>
        <p:nvSpPr>
          <p:cNvPr id="3" name="内容占位符 2"/>
          <p:cNvSpPr>
            <a:spLocks noGrp="1"/>
          </p:cNvSpPr>
          <p:nvPr>
            <p:ph sz="half" idx="1"/>
          </p:nvPr>
        </p:nvSpPr>
        <p:spPr>
          <a:xfrm>
            <a:off x="581193" y="2228003"/>
            <a:ext cx="5422390"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内容占位符 3"/>
          <p:cNvSpPr>
            <a:spLocks noGrp="1"/>
          </p:cNvSpPr>
          <p:nvPr>
            <p:ph sz="half" idx="2"/>
          </p:nvPr>
        </p:nvSpPr>
        <p:spPr>
          <a:xfrm>
            <a:off x="6188417" y="2228003"/>
            <a:ext cx="5422392" cy="3633047"/>
          </a:xfrm>
        </p:spPr>
        <p:txBody>
          <a:bodyPr rtlCol="0">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日期占位符 4"/>
          <p:cNvSpPr>
            <a:spLocks noGrp="1"/>
          </p:cNvSpPr>
          <p:nvPr>
            <p:ph type="dt" sz="half" idx="10"/>
          </p:nvPr>
        </p:nvSpPr>
        <p:spPr/>
        <p:txBody>
          <a:bodyPr rtlCol="0"/>
          <a:lstStyle/>
          <a:p>
            <a:pPr rtl="0"/>
            <a:fld id="{44B4526D-7BDC-448E-8C9D-BB317B965AC2}" type="datetime1">
              <a:rPr lang="zh-CN" altLang="en-US" smtClean="0"/>
              <a:t>2025/3/15</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0" name="图片 9"/>
          <p:cNvPicPr>
            <a:picLocks noChangeAspect="1"/>
          </p:cNvPicPr>
          <p:nvPr userDrawn="1"/>
        </p:nvPicPr>
        <p:blipFill>
          <a:blip r:embed="rId2"/>
          <a:stretch>
            <a:fillRect/>
          </a:stretch>
        </p:blipFill>
        <p:spPr>
          <a:xfrm>
            <a:off x="8086246" y="717139"/>
            <a:ext cx="3592168" cy="62612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1" name="长方形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标题 1"/>
          <p:cNvSpPr>
            <a:spLocks noGrp="1"/>
          </p:cNvSpPr>
          <p:nvPr>
            <p:ph type="title"/>
          </p:nvPr>
        </p:nvSpPr>
        <p:spPr>
          <a:xfrm>
            <a:off x="581193" y="729658"/>
            <a:ext cx="11029616" cy="988332"/>
          </a:xfrm>
        </p:spPr>
        <p:txBody>
          <a:bodyPr rtlCol="0"/>
          <a:lstStyle/>
          <a:p>
            <a:pPr rtl="0"/>
            <a:r>
              <a:rPr lang="zh-CN" altLang="en-US"/>
              <a:t>单击此处编辑母版标题样式</a:t>
            </a:r>
            <a:endParaRPr lang="en-US" dirty="0"/>
          </a:p>
        </p:txBody>
      </p:sp>
      <p:sp>
        <p:nvSpPr>
          <p:cNvPr id="3" name="文本占位符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4" name="内容占位符 3"/>
          <p:cNvSpPr>
            <a:spLocks noGrp="1"/>
          </p:cNvSpPr>
          <p:nvPr>
            <p:ph sz="half" idx="2"/>
          </p:nvPr>
        </p:nvSpPr>
        <p:spPr>
          <a:xfrm>
            <a:off x="581194"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5" name="文本占位符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a:t>单击此处编辑母版文本样式</a:t>
            </a:r>
          </a:p>
        </p:txBody>
      </p:sp>
      <p:sp>
        <p:nvSpPr>
          <p:cNvPr id="6" name="内容占位符 5"/>
          <p:cNvSpPr>
            <a:spLocks noGrp="1"/>
          </p:cNvSpPr>
          <p:nvPr>
            <p:ph sz="quarter" idx="4"/>
          </p:nvPr>
        </p:nvSpPr>
        <p:spPr>
          <a:xfrm>
            <a:off x="6217709" y="2926052"/>
            <a:ext cx="5393100" cy="2934999"/>
          </a:xfrm>
        </p:spPr>
        <p:txBody>
          <a:bodyPr rtlCol="0" anchor="t">
            <a:normAutofit/>
          </a:body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7" name="日期占位符 6"/>
          <p:cNvSpPr>
            <a:spLocks noGrp="1"/>
          </p:cNvSpPr>
          <p:nvPr>
            <p:ph type="dt" sz="half" idx="10"/>
          </p:nvPr>
        </p:nvSpPr>
        <p:spPr/>
        <p:txBody>
          <a:bodyPr rtlCol="0"/>
          <a:lstStyle/>
          <a:p>
            <a:pPr rtl="0"/>
            <a:fld id="{F20E3E17-F14F-4B33-BB9A-F35E533AB708}" type="datetime1">
              <a:rPr lang="zh-CN" altLang="en-US" smtClean="0"/>
              <a:t>2025/3/15</a:t>
            </a:fld>
            <a:endParaRPr lang="en-US" dirty="0"/>
          </a:p>
        </p:txBody>
      </p:sp>
      <p:sp>
        <p:nvSpPr>
          <p:cNvPr id="8" name="页脚占位符 7"/>
          <p:cNvSpPr>
            <a:spLocks noGrp="1"/>
          </p:cNvSpPr>
          <p:nvPr>
            <p:ph type="ftr" sz="quarter" idx="11"/>
          </p:nvPr>
        </p:nvSpPr>
        <p:spPr/>
        <p:txBody>
          <a:bodyPr rtlCol="0"/>
          <a:lstStyle/>
          <a:p>
            <a:pPr rtl="0"/>
            <a:endParaRPr lang="zh-CN" altLang="en-US" noProof="0" dirty="0"/>
          </a:p>
        </p:txBody>
      </p:sp>
      <p:sp>
        <p:nvSpPr>
          <p:cNvPr id="9" name="灯片编号占位符 8"/>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5" name="图片 14"/>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rtlCol="0"/>
          <a:lstStyle/>
          <a:p>
            <a:pPr rtl="0"/>
            <a:fld id="{DEF29E20-40CA-4076-A63E-629668579597}" type="datetime1">
              <a:rPr lang="zh-CN" altLang="en-US" smtClean="0"/>
              <a:t>2025/3/15</a:t>
            </a:fld>
            <a:endParaRPr 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p>
            <a:pPr rtl="0"/>
            <a:fld id="{D57F1E4F-1CFF-5643-939E-217C01CDF565}" type="slidenum">
              <a:rPr lang="en-US" smtClean="0"/>
              <a:t>‹#›</a:t>
            </a:fld>
            <a:endParaRPr lang="en-US" dirty="0"/>
          </a:p>
        </p:txBody>
      </p:sp>
      <p:sp>
        <p:nvSpPr>
          <p:cNvPr id="7" name="长方形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标题 1"/>
          <p:cNvSpPr>
            <a:spLocks noGrp="1"/>
          </p:cNvSpPr>
          <p:nvPr>
            <p:ph type="title"/>
          </p:nvPr>
        </p:nvSpPr>
        <p:spPr>
          <a:xfrm>
            <a:off x="575894" y="729658"/>
            <a:ext cx="11029616" cy="988332"/>
          </a:xfrm>
        </p:spPr>
        <p:txBody>
          <a:bodyPr rtlCol="0"/>
          <a:lstStyle/>
          <a:p>
            <a:pPr rtl="0"/>
            <a:r>
              <a:rPr lang="zh-CN" altLang="en-US"/>
              <a:t>单击此处编辑母版标题样式</a:t>
            </a:r>
            <a:endParaRPr lang="en-US" dirty="0"/>
          </a:p>
        </p:txBody>
      </p:sp>
      <p:pic>
        <p:nvPicPr>
          <p:cNvPr id="14" name="图片 13"/>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p>
            <a:pPr rtl="0"/>
            <a:fld id="{681666FA-6BE5-48DD-9D44-2221F5CF0654}" type="datetime1">
              <a:rPr lang="zh-CN" altLang="en-US" smtClean="0"/>
              <a:t>2025/3/15</a:t>
            </a:fld>
            <a:endParaRPr 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带标题的内容">
    <p:spTree>
      <p:nvGrpSpPr>
        <p:cNvPr id="1" name=""/>
        <p:cNvGrpSpPr/>
        <p:nvPr/>
      </p:nvGrpSpPr>
      <p:grpSpPr>
        <a:xfrm>
          <a:off x="0" y="0"/>
          <a:ext cx="0" cy="0"/>
          <a:chOff x="0" y="0"/>
          <a:chExt cx="0" cy="0"/>
        </a:xfrm>
      </p:grpSpPr>
      <p:sp>
        <p:nvSpPr>
          <p:cNvPr id="9" name="矩形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标题 1"/>
          <p:cNvSpPr>
            <a:spLocks noGrp="1"/>
          </p:cNvSpPr>
          <p:nvPr>
            <p:ph type="title"/>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zh-CN" altLang="en-US"/>
              <a:t>单击此处编辑母版标题样式</a:t>
            </a:r>
            <a:endParaRPr lang="en-US" dirty="0"/>
          </a:p>
        </p:txBody>
      </p:sp>
      <p:sp>
        <p:nvSpPr>
          <p:cNvPr id="3" name="内容占位符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文本占位符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lvl1pPr>
              <a:defRPr>
                <a:solidFill>
                  <a:schemeClr val="accent1">
                    <a:lumMod val="75000"/>
                    <a:lumOff val="25000"/>
                  </a:schemeClr>
                </a:solidFill>
              </a:defRPr>
            </a:lvl1pPr>
          </a:lstStyle>
          <a:p>
            <a:pPr rtl="0"/>
            <a:fld id="{A88D6F37-DAF3-4711-B0CF-E517C0EBEE12}" type="datetime1">
              <a:rPr lang="zh-CN" altLang="en-US" smtClean="0"/>
              <a:t>2025/3/15</a:t>
            </a:fld>
            <a:endParaRPr lang="en-US" dirty="0"/>
          </a:p>
        </p:txBody>
      </p:sp>
      <p:sp>
        <p:nvSpPr>
          <p:cNvPr id="6" name="页脚占位符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zh-CN" altLang="en-US" noProof="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带标题的图片">
    <p:spTree>
      <p:nvGrpSpPr>
        <p:cNvPr id="1" name=""/>
        <p:cNvGrpSpPr/>
        <p:nvPr/>
      </p:nvGrpSpPr>
      <p:grpSpPr>
        <a:xfrm>
          <a:off x="0" y="0"/>
          <a:ext cx="0" cy="0"/>
          <a:chOff x="0" y="0"/>
          <a:chExt cx="0" cy="0"/>
        </a:xfrm>
      </p:grpSpPr>
      <p:sp>
        <p:nvSpPr>
          <p:cNvPr id="2" name="标题 1"/>
          <p:cNvSpPr>
            <a:spLocks noGrp="1"/>
          </p:cNvSpPr>
          <p:nvPr>
            <p:ph type="title"/>
          </p:nvPr>
        </p:nvSpPr>
        <p:spPr>
          <a:xfrm>
            <a:off x="581193" y="4693389"/>
            <a:ext cx="11029616" cy="566738"/>
          </a:xfrm>
        </p:spPr>
        <p:txBody>
          <a:bodyPr rtlCol="0" anchor="b">
            <a:normAutofit/>
          </a:bodyPr>
          <a:lstStyle>
            <a:lvl1pPr algn="l">
              <a:defRPr sz="2400" b="0">
                <a:solidFill>
                  <a:schemeClr val="accent1"/>
                </a:solidFill>
              </a:defRPr>
            </a:lvl1pPr>
          </a:lstStyle>
          <a:p>
            <a:pPr rtl="0"/>
            <a:r>
              <a:rPr lang="zh-CN" altLang="en-US"/>
              <a:t>单击此处编辑母版标题样式</a:t>
            </a:r>
            <a:endParaRPr lang="en-US" dirty="0"/>
          </a:p>
        </p:txBody>
      </p:sp>
      <p:sp>
        <p:nvSpPr>
          <p:cNvPr id="3" name="图片占位符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zh-CN" altLang="en-US"/>
              <a:t>单击图标添加图片</a:t>
            </a:r>
            <a:endParaRPr lang="en-US"/>
          </a:p>
        </p:txBody>
      </p:sp>
      <p:sp>
        <p:nvSpPr>
          <p:cNvPr id="4" name="文本占位符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zh-CN" altLang="en-US"/>
              <a:t>单击此处编辑母版文本样式</a:t>
            </a:r>
          </a:p>
        </p:txBody>
      </p:sp>
      <p:sp>
        <p:nvSpPr>
          <p:cNvPr id="5" name="日期占位符 4"/>
          <p:cNvSpPr>
            <a:spLocks noGrp="1"/>
          </p:cNvSpPr>
          <p:nvPr>
            <p:ph type="dt" sz="half" idx="10"/>
          </p:nvPr>
        </p:nvSpPr>
        <p:spPr/>
        <p:txBody>
          <a:bodyPr rtlCol="0"/>
          <a:lstStyle/>
          <a:p>
            <a:pPr rtl="0"/>
            <a:fld id="{EAEF714D-CDEC-4A62-B928-1473E0C461ED}" type="datetime1">
              <a:rPr lang="zh-CN" altLang="en-US" smtClean="0"/>
              <a:t>2025/3/15</a:t>
            </a:fld>
            <a:endParaRPr 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p>
            <a:pPr rtl="0"/>
            <a:fld id="{D57F1E4F-1CFF-5643-939E-217C01CDF565}"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8" name="矩形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标题 1"/>
          <p:cNvSpPr>
            <a:spLocks noGrp="1"/>
          </p:cNvSpPr>
          <p:nvPr>
            <p:ph type="title"/>
          </p:nvPr>
        </p:nvSpPr>
        <p:spPr>
          <a:xfrm>
            <a:off x="581192" y="702156"/>
            <a:ext cx="11029616" cy="1013800"/>
          </a:xfrm>
        </p:spPr>
        <p:txBody>
          <a:bodyPr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p:txBody>
          <a:bodyPr rtlCol="0"/>
          <a:lstStyle/>
          <a:p>
            <a:pPr rtl="0"/>
            <a:fld id="{ED9B87A8-1EAB-458E-AEB0-B95362887253}" type="datetime1">
              <a:rPr lang="zh-CN" altLang="en-US" smtClean="0"/>
              <a:t>2025/3/15</a:t>
            </a:fld>
            <a:endParaRPr 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p>
            <a:pPr rtl="0"/>
            <a:fld id="{D57F1E4F-1CFF-5643-939E-217C01CDF565}" type="slidenum">
              <a:rPr lang="en-US" smtClean="0"/>
              <a:t>‹#›</a:t>
            </a:fld>
            <a:endParaRPr lang="en-US" dirty="0"/>
          </a:p>
        </p:txBody>
      </p:sp>
      <p:pic>
        <p:nvPicPr>
          <p:cNvPr id="11" name="图片 10"/>
          <p:cNvPicPr>
            <a:picLocks noChangeAspect="1"/>
          </p:cNvPicPr>
          <p:nvPr userDrawn="1"/>
        </p:nvPicPr>
        <p:blipFill>
          <a:blip r:embed="rId2"/>
          <a:stretch>
            <a:fillRect/>
          </a:stretch>
        </p:blipFill>
        <p:spPr>
          <a:xfrm>
            <a:off x="8029575" y="1027220"/>
            <a:ext cx="3592168" cy="626125"/>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标题与文本">
    <p:spTree>
      <p:nvGrpSpPr>
        <p:cNvPr id="1" name=""/>
        <p:cNvGrpSpPr/>
        <p:nvPr/>
      </p:nvGrpSpPr>
      <p:grpSpPr>
        <a:xfrm>
          <a:off x="0" y="0"/>
          <a:ext cx="0" cy="0"/>
          <a:chOff x="0" y="0"/>
          <a:chExt cx="0" cy="0"/>
        </a:xfrm>
      </p:grpSpPr>
      <p:sp>
        <p:nvSpPr>
          <p:cNvPr id="7" name="矩形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垂直标题 1"/>
          <p:cNvSpPr>
            <a:spLocks noGrp="1"/>
          </p:cNvSpPr>
          <p:nvPr>
            <p:ph type="title" orient="vert"/>
          </p:nvPr>
        </p:nvSpPr>
        <p:spPr>
          <a:xfrm>
            <a:off x="8839201" y="675726"/>
            <a:ext cx="2004164" cy="5183073"/>
          </a:xfrm>
        </p:spPr>
        <p:txBody>
          <a:bodyPr vert="eaVert" rtlCol="0"/>
          <a:lstStyle/>
          <a:p>
            <a:pPr rtl="0"/>
            <a:r>
              <a:rPr lang="zh-CN" altLang="en-US"/>
              <a:t>单击此处编辑母版标题样式</a:t>
            </a:r>
            <a:endParaRPr lang="en-US" dirty="0"/>
          </a:p>
        </p:txBody>
      </p:sp>
      <p:sp>
        <p:nvSpPr>
          <p:cNvPr id="3" name="垂直文本占位符 2"/>
          <p:cNvSpPr>
            <a:spLocks noGrp="1"/>
          </p:cNvSpPr>
          <p:nvPr>
            <p:ph type="body" orient="vert" idx="1"/>
          </p:nvPr>
        </p:nvSpPr>
        <p:spPr>
          <a:xfrm>
            <a:off x="774923" y="675726"/>
            <a:ext cx="7896279" cy="5183073"/>
          </a:xfrm>
        </p:spPr>
        <p:txBody>
          <a:bodyPr vert="eaVert" rtlCol="0" anchor="t"/>
          <a:lstStyle/>
          <a:p>
            <a:pPr lvl="0" rtl="0"/>
            <a:r>
              <a:rPr lang="zh-CN" altLang="en-US"/>
              <a:t>单击此处编辑母版文本样式</a:t>
            </a:r>
          </a:p>
          <a:p>
            <a:pPr lvl="1" rtl="0"/>
            <a:r>
              <a:rPr lang="zh-CN" altLang="en-US"/>
              <a:t>二级</a:t>
            </a:r>
          </a:p>
          <a:p>
            <a:pPr lvl="2" rtl="0"/>
            <a:r>
              <a:rPr lang="zh-CN" altLang="en-US"/>
              <a:t>三级</a:t>
            </a:r>
          </a:p>
          <a:p>
            <a:pPr lvl="3" rtl="0"/>
            <a:r>
              <a:rPr lang="zh-CN" altLang="en-US"/>
              <a:t>四级</a:t>
            </a:r>
          </a:p>
          <a:p>
            <a:pPr lvl="4" rtl="0"/>
            <a:r>
              <a:rPr lang="zh-CN" altLang="en-US"/>
              <a:t>五级</a:t>
            </a:r>
            <a:endParaRPr lang="en-US" dirty="0"/>
          </a:p>
        </p:txBody>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D6389FF3-696C-40BE-8139-C6DC043C8C6C}" type="datetime1">
              <a:rPr lang="zh-CN" altLang="en-US" smtClean="0"/>
              <a:t>2025/3/15</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6" name="幻灯片编号占位符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垂直标题与文本">
    <p:spTree>
      <p:nvGrpSpPr>
        <p:cNvPr id="1" name=""/>
        <p:cNvGrpSpPr/>
        <p:nvPr/>
      </p:nvGrpSpPr>
      <p:grpSpPr>
        <a:xfrm>
          <a:off x="0" y="0"/>
          <a:ext cx="0" cy="0"/>
          <a:chOff x="0" y="0"/>
          <a:chExt cx="0" cy="0"/>
        </a:xfrm>
      </p:grpSpPr>
      <p:pic>
        <p:nvPicPr>
          <p:cNvPr id="8" name="图片 7"/>
          <p:cNvPicPr>
            <a:picLocks noChangeAspect="1"/>
          </p:cNvPicPr>
          <p:nvPr userDrawn="1"/>
        </p:nvPicPr>
        <p:blipFill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brightnessContrast bright="10000" contrast="30000"/>
                    </a14:imgEffect>
                    <a14:imgEffect>
                      <a14:colorTemperature colorTemp="8800"/>
                    </a14:imgEffect>
                    <a14:imgEffect>
                      <a14:saturation sat="33000"/>
                    </a14:imgEffect>
                  </a14:imgLayer>
                </a14:imgProps>
              </a:ext>
            </a:extLst>
          </a:blip>
          <a:srcRect l="1" r="230"/>
          <a:stretch>
            <a:fillRect/>
          </a:stretch>
        </p:blipFill>
        <p:spPr>
          <a:xfrm>
            <a:off x="446533" y="734134"/>
            <a:ext cx="10050914" cy="5666666"/>
          </a:xfrm>
          <a:prstGeom prst="rect">
            <a:avLst/>
          </a:prstGeom>
          <a:noFill/>
        </p:spPr>
      </p:pic>
      <p:sp>
        <p:nvSpPr>
          <p:cNvPr id="7" name="矩形 6"/>
          <p:cNvSpPr>
            <a:spLocks noChangeAspect="1"/>
          </p:cNvSpPr>
          <p:nvPr/>
        </p:nvSpPr>
        <p:spPr>
          <a:xfrm>
            <a:off x="8838650" y="734133"/>
            <a:ext cx="2906817" cy="5679949"/>
          </a:xfrm>
          <a:prstGeom prst="rect">
            <a:avLst/>
          </a:prstGeom>
          <a:gradFill>
            <a:gsLst>
              <a:gs pos="50000">
                <a:srgbClr val="1A3260"/>
              </a:gs>
              <a:gs pos="0">
                <a:schemeClr val="accent1">
                  <a:alpha val="0"/>
                </a:schemeClr>
              </a:gs>
              <a:gs pos="100000">
                <a:schemeClr val="accent1"/>
              </a:gs>
            </a:gsLst>
            <a:lin ang="0" scaled="1"/>
          </a:gradFill>
          <a:ln>
            <a:noFill/>
          </a:ln>
          <a:effectLst/>
        </p:spPr>
        <p:style>
          <a:lnRef idx="1">
            <a:schemeClr val="accent1"/>
          </a:lnRef>
          <a:fillRef idx="3">
            <a:schemeClr val="accent1"/>
          </a:fillRef>
          <a:effectRef idx="2">
            <a:schemeClr val="accent1"/>
          </a:effectRef>
          <a:fontRef idx="minor">
            <a:schemeClr val="lt1"/>
          </a:fontRef>
        </p:style>
      </p:sp>
      <p:sp>
        <p:nvSpPr>
          <p:cNvPr id="4" name="日期占位符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CA964671-51AB-4679-97BB-A5767C65AB0C}" type="datetime1">
              <a:rPr lang="zh-CN" altLang="en-US" smtClean="0"/>
              <a:t>2025/3/15</a:t>
            </a:fld>
            <a:endParaRPr lang="en-US" dirty="0"/>
          </a:p>
        </p:txBody>
      </p:sp>
      <p:sp>
        <p:nvSpPr>
          <p:cNvPr id="5" name="页脚占位符 4"/>
          <p:cNvSpPr>
            <a:spLocks noGrp="1"/>
          </p:cNvSpPr>
          <p:nvPr>
            <p:ph type="ftr" sz="quarter" idx="11"/>
          </p:nvPr>
        </p:nvSpPr>
        <p:spPr>
          <a:xfrm>
            <a:off x="774923" y="5951811"/>
            <a:ext cx="7896279" cy="365125"/>
          </a:xfrm>
        </p:spPr>
        <p:txBody>
          <a:bodyPr rtlCol="0"/>
          <a:lstStyle/>
          <a:p>
            <a:pPr rtl="0"/>
            <a:endParaRPr lang="zh-CN" altLang="en-US" noProof="0" dirty="0"/>
          </a:p>
        </p:txBody>
      </p:sp>
      <p:sp>
        <p:nvSpPr>
          <p:cNvPr id="9" name="标题 1"/>
          <p:cNvSpPr txBox="1"/>
          <p:nvPr userDrawn="1"/>
        </p:nvSpPr>
        <p:spPr>
          <a:xfrm>
            <a:off x="8353019" y="2416478"/>
            <a:ext cx="3081576" cy="935915"/>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zh-CN" altLang="en-US" sz="4800" dirty="0">
                <a:solidFill>
                  <a:srgbClr val="FFFFFF"/>
                </a:solidFill>
              </a:rPr>
              <a:t>感谢观看</a:t>
            </a:r>
            <a:endParaRPr lang="en-US" sz="4800" dirty="0">
              <a:solidFill>
                <a:srgbClr val="FFFFFF"/>
              </a:solidFill>
            </a:endParaRPr>
          </a:p>
        </p:txBody>
      </p:sp>
      <p:pic>
        <p:nvPicPr>
          <p:cNvPr id="10" name="图片 9"/>
          <p:cNvPicPr>
            <a:picLocks noChangeAspect="1"/>
          </p:cNvPicPr>
          <p:nvPr userDrawn="1"/>
        </p:nvPicPr>
        <p:blipFill>
          <a:blip r:embed="rId4"/>
          <a:stretch>
            <a:fillRect/>
          </a:stretch>
        </p:blipFill>
        <p:spPr>
          <a:xfrm>
            <a:off x="8097723" y="3695796"/>
            <a:ext cx="3592168" cy="626125"/>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en-US"/>
              <a:t>单击此处编辑母版标题样式</a:t>
            </a:r>
            <a:endParaRPr lang="en-US" dirty="0"/>
          </a:p>
        </p:txBody>
      </p:sp>
      <p:sp>
        <p:nvSpPr>
          <p:cNvPr id="3" name="文本占位符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en-US"/>
              <a:t>编辑母版文本样式</a:t>
            </a:r>
          </a:p>
          <a:p>
            <a:pPr lvl="1" rtl="0"/>
            <a:r>
              <a:rPr lang="en-US"/>
              <a:t>第二级</a:t>
            </a:r>
          </a:p>
          <a:p>
            <a:pPr lvl="2" rtl="0"/>
            <a:r>
              <a:rPr lang="en-US"/>
              <a:t>第三级</a:t>
            </a:r>
          </a:p>
          <a:p>
            <a:pPr lvl="3" rtl="0"/>
            <a:r>
              <a:rPr lang="en-US"/>
              <a:t>第四级</a:t>
            </a:r>
          </a:p>
          <a:p>
            <a:pPr lvl="4" rtl="0"/>
            <a:r>
              <a:rPr lang="en-US"/>
              <a:t>第五级</a:t>
            </a:r>
            <a:endParaRPr lang="en-US" dirty="0"/>
          </a:p>
        </p:txBody>
      </p:sp>
      <p:sp>
        <p:nvSpPr>
          <p:cNvPr id="4" name="日期占位符 3"/>
          <p:cNvSpPr>
            <a:spLocks noGrp="1"/>
          </p:cNvSpPr>
          <p:nvPr>
            <p:ph type="dt" sz="half" idx="2"/>
          </p:nvPr>
        </p:nvSpPr>
        <p:spPr>
          <a:xfrm>
            <a:off x="7605951" y="6296959"/>
            <a:ext cx="2844799"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E6919CB4-F61F-4504-B693-1C4E320BF5D6}" type="datetime1">
              <a:rPr lang="zh-CN" altLang="en-US" smtClean="0"/>
              <a:t>2025/3/15</a:t>
            </a:fld>
            <a:endParaRPr lang="en-US" dirty="0"/>
          </a:p>
        </p:txBody>
      </p:sp>
      <p:sp>
        <p:nvSpPr>
          <p:cNvPr id="5" name="页脚占位符 4"/>
          <p:cNvSpPr>
            <a:spLocks noGrp="1"/>
          </p:cNvSpPr>
          <p:nvPr>
            <p:ph type="ftr" sz="quarter" idx="3"/>
          </p:nvPr>
        </p:nvSpPr>
        <p:spPr>
          <a:xfrm>
            <a:off x="581192" y="6292633"/>
            <a:ext cx="6917210" cy="365125"/>
          </a:xfrm>
          <a:prstGeom prst="rect">
            <a:avLst/>
          </a:prstGeom>
        </p:spPr>
        <p:txBody>
          <a:bodyPr vert="horz" lIns="91440" tIns="45720" rIns="91440" bIns="45720" rtlCol="0" anchor="ctr"/>
          <a:lstStyle>
            <a:lvl1pPr algn="l">
              <a:defRPr sz="900" cap="all">
                <a:solidFill>
                  <a:schemeClr val="accent2"/>
                </a:solidFill>
                <a:latin typeface="Microsoft YaHei UI" panose="020B0503020204020204" pitchFamily="34" charset="-122"/>
                <a:ea typeface="Microsoft YaHei UI"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10558300" y="6296959"/>
            <a:ext cx="1052510" cy="365125"/>
          </a:xfrm>
          <a:prstGeom prst="rect">
            <a:avLst/>
          </a:prstGeom>
        </p:spPr>
        <p:txBody>
          <a:bodyPr vert="horz" lIns="91440" tIns="45720" rIns="91440" bIns="45720" rtlCol="0" anchor="ctr"/>
          <a:lstStyle>
            <a:lvl1pPr algn="r">
              <a:defRPr sz="900">
                <a:solidFill>
                  <a:schemeClr val="accent2"/>
                </a:solidFill>
                <a:latin typeface="Microsoft YaHei UI" panose="020B0503020204020204" pitchFamily="34" charset="-122"/>
                <a:ea typeface="Microsoft YaHei UI" panose="020B0503020204020204" pitchFamily="34" charset="-122"/>
              </a:defRPr>
            </a:lvl1pPr>
          </a:lstStyle>
          <a:p>
            <a:fld id="{D57F1E4F-1CFF-5643-939E-217C01CDF565}" type="slidenum">
              <a:rPr lang="en-US" smtClean="0"/>
              <a:t>‹#›</a:t>
            </a:fld>
            <a:endParaRPr lang="en-US" dirty="0"/>
          </a:p>
        </p:txBody>
      </p:sp>
      <p:sp>
        <p:nvSpPr>
          <p:cNvPr id="9" name="矩形 8"/>
          <p:cNvSpPr/>
          <p:nvPr/>
        </p:nvSpPr>
        <p:spPr>
          <a:xfrm>
            <a:off x="446534" y="249384"/>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矩形 9"/>
          <p:cNvSpPr/>
          <p:nvPr/>
        </p:nvSpPr>
        <p:spPr>
          <a:xfrm>
            <a:off x="8042147" y="245827"/>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矩形 10"/>
          <p:cNvSpPr/>
          <p:nvPr/>
        </p:nvSpPr>
        <p:spPr>
          <a:xfrm>
            <a:off x="4241830" y="249384"/>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457200" rtl="0" eaLnBrk="1" latinLnBrk="0" hangingPunct="1">
        <a:spcBef>
          <a:spcPct val="0"/>
        </a:spcBef>
        <a:buNone/>
        <a:defRPr sz="2800" b="0" kern="1200" cap="all">
          <a:solidFill>
            <a:schemeClr val="bg1"/>
          </a:solidFill>
          <a:latin typeface="Microsoft YaHei UI" panose="020B0503020204020204" pitchFamily="34" charset="-122"/>
          <a:ea typeface="Microsoft YaHei UI" panose="020B0503020204020204" pitchFamily="34" charset="-122"/>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icrosoft YaHei UI" panose="020B0503020204020204" pitchFamily="34" charset="-122"/>
          <a:ea typeface="Microsoft YaHei UI" panose="020B0503020204020204" pitchFamily="34" charset="-122"/>
          <a:cs typeface="+mn-cs"/>
        </a:defRPr>
      </a:lvl1pPr>
      <a:lvl2pPr marL="629920" indent="-30607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icrosoft YaHei UI" panose="020B0503020204020204" pitchFamily="34" charset="-122"/>
          <a:ea typeface="Microsoft YaHei UI" panose="020B0503020204020204" pitchFamily="34" charset="-122"/>
          <a:cs typeface="+mn-cs"/>
        </a:defRPr>
      </a:lvl2pPr>
      <a:lvl3pPr marL="899795" indent="-26987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icrosoft YaHei UI" panose="020B0503020204020204" pitchFamily="34" charset="-122"/>
          <a:ea typeface="Microsoft YaHei UI" panose="020B0503020204020204" pitchFamily="34" charset="-122"/>
          <a:cs typeface="+mn-cs"/>
        </a:defRPr>
      </a:lvl3pPr>
      <a:lvl4pPr marL="1242060"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4pPr>
      <a:lvl5pPr marL="1602105" indent="-234315"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icrosoft YaHei UI" panose="020B0503020204020204" pitchFamily="34" charset="-122"/>
          <a:ea typeface="Microsoft YaHei UI" panose="020B0503020204020204" pitchFamily="34" charset="-122"/>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图片 6" descr="数字连接"/>
          <p:cNvPicPr>
            <a:picLocks noChangeAspect="1"/>
          </p:cNvPicPr>
          <p:nvPr/>
        </p:nvPicPr>
        <p:blipFill rotWithShape="1">
          <a:blip r:embed="rId3" cstate="screen"/>
          <a:srcRect l="13265" t="9091" r="3502" b="-1"/>
          <a:stretch>
            <a:fillRect/>
          </a:stretch>
        </p:blipFill>
        <p:spPr>
          <a:xfrm>
            <a:off x="20" y="10"/>
            <a:ext cx="12191980" cy="6857990"/>
          </a:xfrm>
          <a:prstGeom prst="rect">
            <a:avLst/>
          </a:prstGeom>
        </p:spPr>
      </p:pic>
      <p:sp>
        <p:nvSpPr>
          <p:cNvPr id="22" name="矩形 21"/>
          <p:cNvSpPr>
            <a:spLocks noGrp="1" noRot="1" noChangeAspect="1" noMove="1" noResize="1" noEditPoints="1" noAdjustHandles="1" noChangeArrowheads="1" noChangeShapeType="1" noTextEdit="1"/>
          </p:cNvSpPr>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标题 1"/>
          <p:cNvSpPr>
            <a:spLocks noGrp="1"/>
          </p:cNvSpPr>
          <p:nvPr>
            <p:ph type="ctrTitle"/>
          </p:nvPr>
        </p:nvSpPr>
        <p:spPr>
          <a:xfrm>
            <a:off x="482601" y="4461097"/>
            <a:ext cx="10993549" cy="1851026"/>
          </a:xfrm>
        </p:spPr>
        <p:txBody>
          <a:bodyPr rtlCol="0" anchor="t">
            <a:noAutofit/>
          </a:bodyPr>
          <a:lstStyle/>
          <a:p>
            <a:pPr rtl="0">
              <a:lnSpc>
                <a:spcPct val="120000"/>
              </a:lnSpc>
            </a:pPr>
            <a:r>
              <a:rPr lang="en-US" altLang="zh-CN" sz="6000" cap="none" dirty="0">
                <a:solidFill>
                  <a:schemeClr val="bg1"/>
                </a:solidFill>
                <a:latin typeface="Microsoft YaHei UI" panose="020B0503020204020204" pitchFamily="34" charset="-122"/>
                <a:ea typeface="Microsoft YaHei UI" panose="020B0503020204020204" pitchFamily="34" charset="-122"/>
              </a:rPr>
              <a:t>6.2 </a:t>
            </a:r>
            <a:r>
              <a:rPr lang="zh-CN" altLang="en-US" sz="6000" cap="none" dirty="0">
                <a:solidFill>
                  <a:schemeClr val="bg1"/>
                </a:solidFill>
                <a:latin typeface="Microsoft YaHei UI" panose="020B0503020204020204" pitchFamily="34" charset="-122"/>
                <a:ea typeface="Microsoft YaHei UI" panose="020B0503020204020204" pitchFamily="34" charset="-122"/>
              </a:rPr>
              <a:t>结合成品陀螺仪的云台控制</a:t>
            </a:r>
          </a:p>
        </p:txBody>
      </p:sp>
      <p:pic>
        <p:nvPicPr>
          <p:cNvPr id="16" name="图片 15"/>
          <p:cNvPicPr>
            <a:picLocks noChangeAspect="1"/>
          </p:cNvPicPr>
          <p:nvPr/>
        </p:nvPicPr>
        <p:blipFill>
          <a:blip r:embed="rId4"/>
          <a:stretch>
            <a:fillRect/>
          </a:stretch>
        </p:blipFill>
        <p:spPr>
          <a:xfrm>
            <a:off x="6950679" y="300388"/>
            <a:ext cx="4974997" cy="867156"/>
          </a:xfrm>
          <a:prstGeom prst="rect">
            <a:avLst/>
          </a:prstGeom>
        </p:spPr>
      </p:pic>
      <p:sp>
        <p:nvSpPr>
          <p:cNvPr id="12" name="副标题 2"/>
          <p:cNvSpPr txBox="1"/>
          <p:nvPr/>
        </p:nvSpPr>
        <p:spPr>
          <a:xfrm>
            <a:off x="6950679" y="5592632"/>
            <a:ext cx="4642095" cy="635473"/>
          </a:xfrm>
          <a:prstGeom prst="rect">
            <a:avLst/>
          </a:prstGeom>
        </p:spPr>
        <p:txBody>
          <a:bodyPr vert="horz" lIns="91440" tIns="45720" rIns="91440" bIns="45720" rtlCol="0" anchor="t">
            <a:normAutofit fontScale="92500"/>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icrosoft YaHei UI" panose="020B0503020204020204" pitchFamily="34" charset="-122"/>
                <a:ea typeface="Microsoft YaHei UI" panose="020B0503020204020204" pitchFamily="34" charset="-122"/>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icrosoft YaHei UI" panose="020B0503020204020204" pitchFamily="34" charset="-122"/>
                <a:ea typeface="Microsoft YaHei UI" panose="020B0503020204020204" pitchFamily="34" charset="-122"/>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icrosoft YaHei UI" panose="020B0503020204020204" pitchFamily="34" charset="-122"/>
                <a:ea typeface="Microsoft YaHei UI" panose="020B0503020204020204" pitchFamily="34" charset="-122"/>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icrosoft YaHei UI" panose="020B0503020204020204" pitchFamily="34" charset="-122"/>
                <a:ea typeface="Microsoft YaHei UI" panose="020B0503020204020204" pitchFamily="34" charset="-122"/>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r"/>
            <a:r>
              <a:rPr lang="en-US" altLang="zh-CN" sz="3200" cap="none" dirty="0" err="1">
                <a:solidFill>
                  <a:schemeClr val="bg1"/>
                </a:solidFill>
              </a:rPr>
              <a:t>RoboWalker</a:t>
            </a:r>
            <a:r>
              <a:rPr lang="en-US" altLang="zh-CN" sz="3200" cap="none" dirty="0">
                <a:solidFill>
                  <a:schemeClr val="bg1"/>
                </a:solidFill>
              </a:rPr>
              <a:t> | </a:t>
            </a:r>
            <a:r>
              <a:rPr lang="en-US" altLang="zh-CN" sz="3200" cap="none" dirty="0" err="1">
                <a:solidFill>
                  <a:schemeClr val="bg1"/>
                </a:solidFill>
              </a:rPr>
              <a:t>Yssickjgd</a:t>
            </a:r>
            <a:endParaRPr lang="en-US" sz="4000" cap="none"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zh-CN" altLang="en-US" sz="4000" cap="none" dirty="0"/>
              <a:t>目录</a:t>
            </a:r>
          </a:p>
        </p:txBody>
      </p:sp>
      <p:sp>
        <p:nvSpPr>
          <p:cNvPr id="5" name="文本框 4"/>
          <p:cNvSpPr txBox="1"/>
          <p:nvPr/>
        </p:nvSpPr>
        <p:spPr>
          <a:xfrm>
            <a:off x="581192" y="1550046"/>
            <a:ext cx="11029616" cy="2839367"/>
          </a:xfrm>
          <a:prstGeom prst="rect">
            <a:avLst/>
          </a:prstGeom>
          <a:noFill/>
        </p:spPr>
        <p:txBody>
          <a:bodyPr wrap="square" rtlCol="0">
            <a:spAutoFit/>
          </a:bodyPr>
          <a:lstStyle/>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常规云台控制</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问题分析与反思</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陀螺仪简介</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结合陀螺仪的控制</a:t>
            </a:r>
            <a:endParaRPr lang="en-US" altLang="zh-CN" sz="2800" dirty="0">
              <a:latin typeface="Microsoft YaHei UI" panose="020B0503020204020204" pitchFamily="34" charset="-122"/>
              <a:ea typeface="Microsoft YaHei UI" panose="020B0503020204020204" pitchFamily="34" charset="-122"/>
            </a:endParaRPr>
          </a:p>
          <a:p>
            <a:pPr marL="342900" indent="-342900">
              <a:lnSpc>
                <a:spcPct val="130000"/>
              </a:lnSpc>
              <a:buFont typeface="Arial" panose="020B0604020202020204" pitchFamily="34" charset="0"/>
              <a:buChar char="•"/>
            </a:pPr>
            <a:r>
              <a:rPr lang="zh-CN" altLang="en-US" sz="2800" dirty="0">
                <a:latin typeface="Microsoft YaHei UI" panose="020B0503020204020204" pitchFamily="34" charset="-122"/>
                <a:ea typeface="Microsoft YaHei UI" panose="020B0503020204020204" pitchFamily="34" charset="-122"/>
              </a:rPr>
              <a:t>总结</a:t>
            </a:r>
            <a:endParaRPr lang="en-US" altLang="zh-CN" sz="28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8582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dirty="0">
                <a:latin typeface="Microsoft YaHei UI" panose="020B0503020204020204" pitchFamily="34" charset="-122"/>
                <a:ea typeface="Microsoft YaHei UI" panose="020B0503020204020204" pitchFamily="34" charset="-122"/>
              </a:rPr>
              <a:t>常规云台控制</a:t>
            </a:r>
            <a:endParaRPr lang="zh-CN" altLang="en-US" sz="4000" cap="none" dirty="0"/>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3654975"/>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本章若无特殊说明，则一切以常规双轴</a:t>
            </a:r>
            <a:r>
              <a:rPr lang="en-US" altLang="zh-CN" sz="2000" dirty="0">
                <a:latin typeface="Microsoft YaHei UI" panose="020B0503020204020204" pitchFamily="34" charset="-122"/>
                <a:ea typeface="Microsoft YaHei UI" panose="020B0503020204020204" pitchFamily="34" charset="-122"/>
              </a:rPr>
              <a:t>YP</a:t>
            </a:r>
            <a:r>
              <a:rPr lang="zh-CN" altLang="en-US" sz="2000" dirty="0">
                <a:latin typeface="Microsoft YaHei UI" panose="020B0503020204020204" pitchFamily="34" charset="-122"/>
                <a:ea typeface="Microsoft YaHei UI" panose="020B0503020204020204" pitchFamily="34" charset="-122"/>
              </a:rPr>
              <a:t>云台为分析对象，且这两轴的驱动电机均为大疆的</a:t>
            </a:r>
            <a:r>
              <a:rPr lang="en-US" altLang="zh-CN" sz="2000" dirty="0">
                <a:latin typeface="Microsoft YaHei UI" panose="020B0503020204020204" pitchFamily="34" charset="-122"/>
                <a:ea typeface="Microsoft YaHei UI" panose="020B0503020204020204" pitchFamily="34" charset="-122"/>
              </a:rPr>
              <a:t>GM6020</a:t>
            </a:r>
          </a:p>
          <a:p>
            <a:pPr marL="285750" indent="-2857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对于常规云台的控制，参考开源代码即可</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也就是设定云台的</a:t>
            </a:r>
            <a:r>
              <a:rPr lang="en-US" altLang="zh-CN" sz="2000" dirty="0">
                <a:latin typeface="Microsoft YaHei UI" panose="020B0503020204020204" pitchFamily="34" charset="-122"/>
                <a:ea typeface="Microsoft YaHei UI" panose="020B0503020204020204" pitchFamily="34" charset="-122"/>
              </a:rPr>
              <a:t>Yaw</a:t>
            </a:r>
            <a:r>
              <a:rPr lang="zh-CN" altLang="en-US" sz="2000" dirty="0">
                <a:latin typeface="Microsoft YaHei UI" panose="020B0503020204020204" pitchFamily="34" charset="-122"/>
                <a:ea typeface="Microsoft YaHei UI" panose="020B0503020204020204" pitchFamily="34" charset="-122"/>
              </a:rPr>
              <a:t>和</a:t>
            </a:r>
            <a:r>
              <a:rPr lang="en-US" altLang="zh-CN" sz="2000" dirty="0">
                <a:latin typeface="Microsoft YaHei UI" panose="020B0503020204020204" pitchFamily="34" charset="-122"/>
                <a:ea typeface="Microsoft YaHei UI" panose="020B0503020204020204" pitchFamily="34" charset="-122"/>
              </a:rPr>
              <a:t>Pitch</a:t>
            </a:r>
            <a:r>
              <a:rPr lang="zh-CN" altLang="en-US" sz="2000" dirty="0">
                <a:latin typeface="Microsoft YaHei UI" panose="020B0503020204020204" pitchFamily="34" charset="-122"/>
                <a:ea typeface="Microsoft YaHei UI" panose="020B0503020204020204" pitchFamily="34" charset="-122"/>
              </a:rPr>
              <a:t>角度</a:t>
            </a:r>
            <a:r>
              <a:rPr lang="en-US" altLang="zh-CN" sz="2000" dirty="0">
                <a:latin typeface="Microsoft YaHei UI" panose="020B0503020204020204" pitchFamily="34" charset="-122"/>
                <a:ea typeface="Microsoft YaHei UI" panose="020B0503020204020204" pitchFamily="34" charset="-122"/>
              </a:rPr>
              <a:t>-&gt;</a:t>
            </a:r>
            <a:r>
              <a:rPr lang="zh-CN" altLang="en-US" sz="2000" dirty="0">
                <a:latin typeface="Microsoft YaHei UI" panose="020B0503020204020204" pitchFamily="34" charset="-122"/>
                <a:ea typeface="Microsoft YaHei UI" panose="020B0503020204020204" pitchFamily="34" charset="-122"/>
              </a:rPr>
              <a:t>将该角度发给对应电机模块</a:t>
            </a:r>
            <a:r>
              <a:rPr lang="en-US" altLang="zh-CN" sz="2000" dirty="0">
                <a:latin typeface="Microsoft YaHei UI" panose="020B0503020204020204" pitchFamily="34" charset="-122"/>
                <a:ea typeface="Microsoft YaHei UI" panose="020B0503020204020204" pitchFamily="34" charset="-122"/>
              </a:rPr>
              <a:t>-&gt;</a:t>
            </a:r>
            <a:r>
              <a:rPr lang="zh-CN" altLang="en-US" sz="2000" dirty="0">
                <a:latin typeface="Microsoft YaHei UI" panose="020B0503020204020204" pitchFamily="34" charset="-122"/>
                <a:ea typeface="Microsoft YaHei UI" panose="020B0503020204020204" pitchFamily="34" charset="-122"/>
              </a:rPr>
              <a:t>对应电机模块通过</a:t>
            </a:r>
            <a:r>
              <a:rPr lang="en-US" altLang="zh-CN" sz="2000" dirty="0">
                <a:latin typeface="Microsoft YaHei UI" panose="020B0503020204020204" pitchFamily="34" charset="-122"/>
                <a:ea typeface="Microsoft YaHei UI" panose="020B0503020204020204" pitchFamily="34" charset="-122"/>
              </a:rPr>
              <a:t>PID</a:t>
            </a:r>
            <a:r>
              <a:rPr lang="zh-CN" altLang="en-US" sz="2000" dirty="0">
                <a:latin typeface="Microsoft YaHei UI" panose="020B0503020204020204" pitchFamily="34" charset="-122"/>
                <a:ea typeface="Microsoft YaHei UI" panose="020B0503020204020204" pitchFamily="34" charset="-122"/>
              </a:rPr>
              <a:t>解算到发给电机的电压值或电流值</a:t>
            </a: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如果是旧版驱动</a:t>
            </a:r>
            <a:r>
              <a:rPr lang="en-US" altLang="zh-CN" sz="2000" dirty="0">
                <a:latin typeface="Microsoft YaHei UI" panose="020B0503020204020204" pitchFamily="34" charset="-122"/>
                <a:ea typeface="Microsoft YaHei UI" panose="020B0503020204020204" pitchFamily="34" charset="-122"/>
              </a:rPr>
              <a:t>6020</a:t>
            </a:r>
            <a:r>
              <a:rPr lang="zh-CN" altLang="en-US" sz="2000" dirty="0">
                <a:latin typeface="Microsoft YaHei UI" panose="020B0503020204020204" pitchFamily="34" charset="-122"/>
                <a:ea typeface="Microsoft YaHei UI" panose="020B0503020204020204" pitchFamily="34" charset="-122"/>
              </a:rPr>
              <a:t>电机，则是三环</a:t>
            </a:r>
            <a:r>
              <a:rPr lang="en-US" altLang="zh-CN" sz="2000" dirty="0">
                <a:latin typeface="Microsoft YaHei UI" panose="020B0503020204020204" pitchFamily="34" charset="-122"/>
                <a:ea typeface="Microsoft YaHei UI" panose="020B0503020204020204" pitchFamily="34" charset="-122"/>
              </a:rPr>
              <a:t>PID</a:t>
            </a:r>
            <a:r>
              <a:rPr lang="zh-CN" altLang="en-US" sz="2000" dirty="0">
                <a:latin typeface="Microsoft YaHei UI" panose="020B0503020204020204" pitchFamily="34" charset="-122"/>
                <a:ea typeface="Microsoft YaHei UI" panose="020B0503020204020204" pitchFamily="34" charset="-122"/>
              </a:rPr>
              <a:t>的电压值</a:t>
            </a: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如果是新版驱动</a:t>
            </a:r>
            <a:r>
              <a:rPr lang="en-US" altLang="zh-CN" sz="2000" dirty="0">
                <a:latin typeface="Microsoft YaHei UI" panose="020B0503020204020204" pitchFamily="34" charset="-122"/>
                <a:ea typeface="Microsoft YaHei UI" panose="020B0503020204020204" pitchFamily="34" charset="-122"/>
              </a:rPr>
              <a:t>6020</a:t>
            </a:r>
            <a:r>
              <a:rPr lang="zh-CN" altLang="en-US" sz="2000" dirty="0">
                <a:latin typeface="Microsoft YaHei UI" panose="020B0503020204020204" pitchFamily="34" charset="-122"/>
                <a:ea typeface="Microsoft YaHei UI" panose="020B0503020204020204" pitchFamily="34" charset="-122"/>
              </a:rPr>
              <a:t>电机，则是双环</a:t>
            </a:r>
            <a:r>
              <a:rPr lang="en-US" altLang="zh-CN" sz="2000" dirty="0">
                <a:latin typeface="Microsoft YaHei UI" panose="020B0503020204020204" pitchFamily="34" charset="-122"/>
                <a:ea typeface="Microsoft YaHei UI" panose="020B0503020204020204" pitchFamily="34" charset="-122"/>
              </a:rPr>
              <a:t>PID</a:t>
            </a:r>
            <a:r>
              <a:rPr lang="zh-CN" altLang="en-US" sz="2000" dirty="0">
                <a:latin typeface="Microsoft YaHei UI" panose="020B0503020204020204" pitchFamily="34" charset="-122"/>
                <a:ea typeface="Microsoft YaHei UI" panose="020B0503020204020204" pitchFamily="34" charset="-122"/>
              </a:rPr>
              <a:t>的电流值</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420077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1 </a:t>
            </a:r>
            <a:r>
              <a:rPr lang="zh-CN" altLang="en-US" sz="4000" dirty="0">
                <a:latin typeface="Microsoft YaHei UI" panose="020B0503020204020204" pitchFamily="34" charset="-122"/>
                <a:ea typeface="Microsoft YaHei UI" panose="020B0503020204020204" pitchFamily="34" charset="-122"/>
              </a:rPr>
              <a:t>常规云台控制</a:t>
            </a:r>
            <a:endParaRPr lang="zh-CN" altLang="en-US" sz="4000" cap="none" dirty="0"/>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2854756"/>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再补充两点</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无论是什么云台，何种控制，我们都要考虑其机械上限。也就是不要超过机械限位，尤其是</a:t>
            </a:r>
            <a:r>
              <a:rPr lang="en-US" altLang="zh-CN" sz="2000" dirty="0">
                <a:latin typeface="Microsoft YaHei UI" panose="020B0503020204020204" pitchFamily="34" charset="-122"/>
                <a:ea typeface="Microsoft YaHei UI" panose="020B0503020204020204" pitchFamily="34" charset="-122"/>
              </a:rPr>
              <a:t>Pitch</a:t>
            </a:r>
            <a:r>
              <a:rPr lang="zh-CN" altLang="en-US" sz="2000" dirty="0">
                <a:latin typeface="Microsoft YaHei UI" panose="020B0503020204020204" pitchFamily="34" charset="-122"/>
                <a:ea typeface="Microsoft YaHei UI" panose="020B0503020204020204" pitchFamily="34" charset="-122"/>
              </a:rPr>
              <a:t>角的范围，我们需要在电控代码层面上限制住每个云台电机的合理范围</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对于角度控制的常规云台，我们也需引入在上一篇（底盘篇）中，舵轮底盘适配算法所提及的“就近转位”算法，从而保证云台不会出现南辕北辙式甩头</a:t>
            </a:r>
            <a:endParaRPr lang="en-US" altLang="zh-CN" sz="2000" dirty="0">
              <a:latin typeface="Microsoft YaHei UI" panose="020B0503020204020204" pitchFamily="34" charset="-122"/>
              <a:ea typeface="Microsoft YaHei UI" panose="020B0503020204020204" pitchFamily="34" charset="-122"/>
            </a:endParaRPr>
          </a:p>
        </p:txBody>
      </p:sp>
      <p:pic>
        <p:nvPicPr>
          <p:cNvPr id="4" name="图片 3">
            <a:extLst>
              <a:ext uri="{FF2B5EF4-FFF2-40B4-BE49-F238E27FC236}">
                <a16:creationId xmlns:a16="http://schemas.microsoft.com/office/drawing/2014/main" id="{95A02F7C-6198-4029-AD8B-AC9003381CDF}"/>
              </a:ext>
            </a:extLst>
          </p:cNvPr>
          <p:cNvPicPr>
            <a:picLocks noChangeAspect="1"/>
          </p:cNvPicPr>
          <p:nvPr/>
        </p:nvPicPr>
        <p:blipFill>
          <a:blip r:embed="rId3"/>
          <a:stretch>
            <a:fillRect/>
          </a:stretch>
        </p:blipFill>
        <p:spPr>
          <a:xfrm>
            <a:off x="8533938" y="4095864"/>
            <a:ext cx="3477087" cy="2607815"/>
          </a:xfrm>
          <a:prstGeom prst="rect">
            <a:avLst/>
          </a:prstGeom>
        </p:spPr>
      </p:pic>
    </p:spTree>
    <p:extLst>
      <p:ext uri="{BB962C8B-B14F-4D97-AF65-F5344CB8AC3E}">
        <p14:creationId xmlns:p14="http://schemas.microsoft.com/office/powerpoint/2010/main" val="3770883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 </a:t>
            </a:r>
            <a:r>
              <a:rPr lang="zh-CN" altLang="en-US" sz="4000" dirty="0">
                <a:latin typeface="Microsoft YaHei UI" panose="020B0503020204020204" pitchFamily="34" charset="-122"/>
                <a:ea typeface="Microsoft YaHei UI" panose="020B0503020204020204" pitchFamily="34" charset="-122"/>
              </a:rPr>
              <a:t>问题分析与反思</a:t>
            </a:r>
            <a:endParaRPr lang="zh-CN" altLang="en-US" sz="4000" cap="none" dirty="0"/>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4855304"/>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云台难转，</a:t>
            </a:r>
            <a:r>
              <a:rPr lang="en-US" altLang="zh-CN" sz="2000" dirty="0">
                <a:latin typeface="Microsoft YaHei UI" panose="020B0503020204020204" pitchFamily="34" charset="-122"/>
                <a:ea typeface="Microsoft YaHei UI" panose="020B0503020204020204" pitchFamily="34" charset="-122"/>
              </a:rPr>
              <a:t>PID</a:t>
            </a:r>
            <a:r>
              <a:rPr lang="zh-CN" altLang="en-US" sz="2000" dirty="0">
                <a:latin typeface="Microsoft YaHei UI" panose="020B0503020204020204" pitchFamily="34" charset="-122"/>
                <a:ea typeface="Microsoft YaHei UI" panose="020B0503020204020204" pitchFamily="34" charset="-122"/>
              </a:rPr>
              <a:t>难调</a:t>
            </a: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参数大了，震</a:t>
            </a: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参数小了，飘</a:t>
            </a: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参数不大不小，云台响应很迟钝。。。</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问题在于，我们云台电机的角速度反馈粒度太粗了</a:t>
            </a: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en-US" altLang="zh-CN" sz="2000" dirty="0">
                <a:latin typeface="Microsoft YaHei UI" panose="020B0503020204020204" pitchFamily="34" charset="-122"/>
                <a:ea typeface="Microsoft YaHei UI" panose="020B0503020204020204" pitchFamily="34" charset="-122"/>
              </a:rPr>
              <a:t>Int16</a:t>
            </a:r>
            <a:r>
              <a:rPr lang="zh-CN" altLang="en-US" sz="2000" dirty="0">
                <a:latin typeface="Microsoft YaHei UI" panose="020B0503020204020204" pitchFamily="34" charset="-122"/>
                <a:ea typeface="Microsoft YaHei UI" panose="020B0503020204020204" pitchFamily="34" charset="-122"/>
              </a:rPr>
              <a:t>型的转每分钟（</a:t>
            </a:r>
            <a:r>
              <a:rPr lang="en-US" altLang="zh-CN" sz="2000" dirty="0">
                <a:latin typeface="Microsoft YaHei UI" panose="020B0503020204020204" pitchFamily="34" charset="-122"/>
                <a:ea typeface="Microsoft YaHei UI" panose="020B0503020204020204" pitchFamily="34" charset="-122"/>
              </a:rPr>
              <a:t>Round Per Minute</a:t>
            </a:r>
            <a:r>
              <a:rPr lang="zh-CN" altLang="en-US" sz="2000" dirty="0">
                <a:latin typeface="Microsoft YaHei UI" panose="020B0503020204020204" pitchFamily="34" charset="-122"/>
                <a:ea typeface="Microsoft YaHei UI" panose="020B0503020204020204" pitchFamily="34" charset="-122"/>
              </a:rPr>
              <a:t>，</a:t>
            </a:r>
            <a:r>
              <a:rPr lang="en-US" altLang="zh-CN" sz="2000" dirty="0">
                <a:latin typeface="Microsoft YaHei UI" panose="020B0503020204020204" pitchFamily="34" charset="-122"/>
                <a:ea typeface="Microsoft YaHei UI" panose="020B0503020204020204" pitchFamily="34" charset="-122"/>
              </a:rPr>
              <a:t>rpm</a:t>
            </a:r>
            <a:r>
              <a:rPr lang="zh-CN" altLang="en-US" sz="2000" dirty="0">
                <a:latin typeface="Microsoft YaHei UI" panose="020B0503020204020204" pitchFamily="34" charset="-122"/>
                <a:ea typeface="Microsoft YaHei UI" panose="020B0503020204020204" pitchFamily="34" charset="-122"/>
              </a:rPr>
              <a:t>）</a:t>
            </a: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最低分辨率是</a:t>
            </a:r>
            <a:r>
              <a:rPr lang="en-US" altLang="zh-CN" sz="2000" dirty="0">
                <a:latin typeface="Microsoft YaHei UI" panose="020B0503020204020204" pitchFamily="34" charset="-122"/>
                <a:ea typeface="Microsoft YaHei UI" panose="020B0503020204020204" pitchFamily="34" charset="-122"/>
              </a:rPr>
              <a:t>1rpm</a:t>
            </a: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也就是</a:t>
            </a:r>
            <a:r>
              <a:rPr lang="en-US" altLang="zh-CN" sz="2000" dirty="0">
                <a:latin typeface="Microsoft YaHei UI" panose="020B0503020204020204" pitchFamily="34" charset="-122"/>
                <a:ea typeface="Microsoft YaHei UI" panose="020B0503020204020204" pitchFamily="34" charset="-122"/>
              </a:rPr>
              <a:t>2</a:t>
            </a:r>
            <a:r>
              <a:rPr lang="el-GR" altLang="zh-CN" sz="2000" dirty="0">
                <a:latin typeface="Microsoft YaHei UI" panose="020B0503020204020204" pitchFamily="34" charset="-122"/>
                <a:ea typeface="Microsoft YaHei UI" panose="020B0503020204020204" pitchFamily="34" charset="-122"/>
              </a:rPr>
              <a:t>π</a:t>
            </a:r>
            <a:r>
              <a:rPr lang="en-US" altLang="zh-CN" sz="2000" dirty="0">
                <a:latin typeface="Microsoft YaHei UI" panose="020B0503020204020204" pitchFamily="34" charset="-122"/>
                <a:ea typeface="Microsoft YaHei UI" panose="020B0503020204020204" pitchFamily="34" charset="-122"/>
              </a:rPr>
              <a:t>/60=0.10472 rad/s</a:t>
            </a:r>
          </a:p>
          <a:p>
            <a:pPr marL="742950" lvl="1" indent="-2857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对比一下云台的角度，最低分辨率是</a:t>
            </a:r>
            <a:r>
              <a:rPr lang="en-US" altLang="zh-CN" sz="2000" dirty="0">
                <a:latin typeface="Microsoft YaHei UI" panose="020B0503020204020204" pitchFamily="34" charset="-122"/>
                <a:ea typeface="Microsoft YaHei UI" panose="020B0503020204020204" pitchFamily="34" charset="-122"/>
              </a:rPr>
              <a:t>1</a:t>
            </a:r>
            <a:r>
              <a:rPr lang="zh-CN" altLang="en-US" sz="2000" dirty="0">
                <a:latin typeface="Microsoft YaHei UI" panose="020B0503020204020204" pitchFamily="34" charset="-122"/>
                <a:ea typeface="Microsoft YaHei UI" panose="020B0503020204020204" pitchFamily="34" charset="-122"/>
              </a:rPr>
              <a:t>刻度，</a:t>
            </a:r>
            <a:r>
              <a:rPr lang="en-US" altLang="zh-CN" sz="2000" dirty="0">
                <a:latin typeface="Microsoft YaHei UI" panose="020B0503020204020204" pitchFamily="34" charset="-122"/>
                <a:ea typeface="Microsoft YaHei UI" panose="020B0503020204020204" pitchFamily="34" charset="-122"/>
              </a:rPr>
              <a:t>1/8192</a:t>
            </a:r>
            <a:r>
              <a:rPr lang="zh-CN" altLang="en-US" sz="2000" dirty="0">
                <a:latin typeface="Microsoft YaHei UI" panose="020B0503020204020204" pitchFamily="34" charset="-122"/>
                <a:ea typeface="Microsoft YaHei UI" panose="020B0503020204020204" pitchFamily="34" charset="-122"/>
              </a:rPr>
              <a:t>圈</a:t>
            </a:r>
            <a:endParaRPr lang="en-US" altLang="zh-CN" sz="20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也就是</a:t>
            </a:r>
            <a:r>
              <a:rPr lang="en-US" altLang="zh-CN" sz="2000" dirty="0">
                <a:latin typeface="Microsoft YaHei UI" panose="020B0503020204020204" pitchFamily="34" charset="-122"/>
                <a:ea typeface="Microsoft YaHei UI" panose="020B0503020204020204" pitchFamily="34" charset="-122"/>
              </a:rPr>
              <a:t>2</a:t>
            </a:r>
            <a:r>
              <a:rPr lang="el-GR" altLang="zh-CN" sz="2000" dirty="0">
                <a:latin typeface="Microsoft YaHei UI" panose="020B0503020204020204" pitchFamily="34" charset="-122"/>
                <a:ea typeface="Microsoft YaHei UI" panose="020B0503020204020204" pitchFamily="34" charset="-122"/>
              </a:rPr>
              <a:t>π</a:t>
            </a:r>
            <a:r>
              <a:rPr lang="en-US" altLang="zh-CN" sz="2000" dirty="0">
                <a:latin typeface="Microsoft YaHei UI" panose="020B0503020204020204" pitchFamily="34" charset="-122"/>
                <a:ea typeface="Microsoft YaHei UI" panose="020B0503020204020204" pitchFamily="34" charset="-122"/>
              </a:rPr>
              <a:t>/8192=7.6699*10^-4 rad</a:t>
            </a:r>
          </a:p>
        </p:txBody>
      </p:sp>
      <p:pic>
        <p:nvPicPr>
          <p:cNvPr id="7" name="图片 6">
            <a:extLst>
              <a:ext uri="{FF2B5EF4-FFF2-40B4-BE49-F238E27FC236}">
                <a16:creationId xmlns:a16="http://schemas.microsoft.com/office/drawing/2014/main" id="{4A504DCB-B622-4DEB-A15B-FE27489921B1}"/>
              </a:ext>
            </a:extLst>
          </p:cNvPr>
          <p:cNvPicPr>
            <a:picLocks noChangeAspect="1"/>
          </p:cNvPicPr>
          <p:nvPr/>
        </p:nvPicPr>
        <p:blipFill>
          <a:blip r:embed="rId3"/>
          <a:stretch>
            <a:fillRect/>
          </a:stretch>
        </p:blipFill>
        <p:spPr>
          <a:xfrm>
            <a:off x="5691492" y="1689679"/>
            <a:ext cx="5919317" cy="1537972"/>
          </a:xfrm>
          <a:prstGeom prst="rect">
            <a:avLst/>
          </a:prstGeom>
        </p:spPr>
      </p:pic>
    </p:spTree>
    <p:extLst>
      <p:ext uri="{BB962C8B-B14F-4D97-AF65-F5344CB8AC3E}">
        <p14:creationId xmlns:p14="http://schemas.microsoft.com/office/powerpoint/2010/main" val="670919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2 </a:t>
            </a:r>
            <a:r>
              <a:rPr lang="zh-CN" altLang="en-US" sz="4000" dirty="0">
                <a:latin typeface="Microsoft YaHei UI" panose="020B0503020204020204" pitchFamily="34" charset="-122"/>
                <a:ea typeface="Microsoft YaHei UI" panose="020B0503020204020204" pitchFamily="34" charset="-122"/>
              </a:rPr>
              <a:t>问题分析与反思</a:t>
            </a:r>
            <a:endParaRPr lang="zh-CN" altLang="en-US" sz="4000" cap="none" dirty="0"/>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3654975"/>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找到问题所在，我们就可以继续找解决方法</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问题是角速度的数据粒度太粗，那么如果我们能有一个很不错的角速度传感器，那就很好了</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显然，陀螺仪就是个不错的设备，可以通过一系列的解算，获取云台各个电机的角速度</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记住一点，陀螺仪获取的角速度，是相对于大地的！</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电机角度闭环控制，一般是基于底盘坐标系的</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因此，我们的整个控制，要么转移到底盘系，要么转移到大地系</a:t>
            </a: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endParaRPr lang="en-US" altLang="zh-CN" sz="20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2000" dirty="0">
                <a:latin typeface="Microsoft YaHei UI" panose="020B0503020204020204" pitchFamily="34" charset="-122"/>
                <a:ea typeface="Microsoft YaHei UI" panose="020B0503020204020204" pitchFamily="34" charset="-122"/>
              </a:rPr>
              <a:t>本节我们将使用更为通用的底盘系下的各种控制</a:t>
            </a:r>
            <a:endParaRPr lang="en-US" altLang="zh-CN" sz="20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2995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 </a:t>
            </a:r>
            <a:r>
              <a:rPr lang="zh-CN" altLang="en-US" sz="4000" dirty="0">
                <a:latin typeface="Microsoft YaHei UI" panose="020B0503020204020204" pitchFamily="34" charset="-122"/>
                <a:ea typeface="Microsoft YaHei UI" panose="020B0503020204020204" pitchFamily="34" charset="-122"/>
              </a:rPr>
              <a:t>陀螺仪简介</a:t>
            </a:r>
            <a:endParaRPr lang="zh-CN" altLang="en-US" sz="4000" cap="none" dirty="0"/>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4870629"/>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上一章节仅仅根据陀螺仪获取了底盘相关的数据，如角速度、欧拉角、旋转矩阵等，这里我们又用到陀螺仪了，因此还是对陀螺仪相关的基础知识学习一下为好</a:t>
            </a:r>
            <a:endParaRPr lang="en-US" altLang="zh-CN" sz="12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在讲控制之前，我们先对陀螺仪有一个科普性的概念</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网上常提到的</a:t>
            </a:r>
            <a:r>
              <a:rPr lang="en-US" altLang="zh-CN" sz="1200" dirty="0">
                <a:latin typeface="Microsoft YaHei UI" panose="020B0503020204020204" pitchFamily="34" charset="-122"/>
                <a:ea typeface="Microsoft YaHei UI" panose="020B0503020204020204" pitchFamily="34" charset="-122"/>
              </a:rPr>
              <a:t>MEMS</a:t>
            </a:r>
            <a:r>
              <a:rPr lang="zh-CN" altLang="en-US" sz="1200" dirty="0">
                <a:latin typeface="Microsoft YaHei UI" panose="020B0503020204020204" pitchFamily="34" charset="-122"/>
                <a:ea typeface="Microsoft YaHei UI" panose="020B0503020204020204" pitchFamily="34" charset="-122"/>
              </a:rPr>
              <a:t>、陀螺仪、加速度计、</a:t>
            </a:r>
            <a:r>
              <a:rPr lang="en-US" altLang="zh-CN" sz="1200" dirty="0">
                <a:latin typeface="Microsoft YaHei UI" panose="020B0503020204020204" pitchFamily="34" charset="-122"/>
                <a:ea typeface="Microsoft YaHei UI" panose="020B0503020204020204" pitchFamily="34" charset="-122"/>
              </a:rPr>
              <a:t>IMU</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AHRS</a:t>
            </a:r>
            <a:r>
              <a:rPr lang="zh-CN" altLang="en-US" sz="1200" dirty="0">
                <a:latin typeface="Microsoft YaHei UI" panose="020B0503020204020204" pitchFamily="34" charset="-122"/>
                <a:ea typeface="Microsoft YaHei UI" panose="020B0503020204020204" pitchFamily="34" charset="-122"/>
              </a:rPr>
              <a:t>等等概念错综复杂，这里进行一一辨析</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endParaRPr lang="en-US" altLang="zh-CN" sz="12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200" dirty="0">
                <a:highlight>
                  <a:srgbClr val="FFFF00"/>
                </a:highlight>
                <a:latin typeface="Microsoft YaHei UI" panose="020B0503020204020204" pitchFamily="34" charset="-122"/>
                <a:ea typeface="Microsoft YaHei UI" panose="020B0503020204020204" pitchFamily="34" charset="-122"/>
              </a:rPr>
              <a:t>微机电系统</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Micro-Electro-Mechanical System</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MEMS</a:t>
            </a:r>
            <a:r>
              <a:rPr lang="zh-CN" altLang="en-US" sz="1200" dirty="0">
                <a:latin typeface="Microsoft YaHei UI" panose="020B0503020204020204" pitchFamily="34" charset="-122"/>
                <a:ea typeface="Microsoft YaHei UI" panose="020B0503020204020204" pitchFamily="34" charset="-122"/>
              </a:rPr>
              <a:t>）</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一种微型制造化的技术，用于生产陀螺仪、加速度计相关的各种芯片、电子元器件</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我们在</a:t>
            </a:r>
            <a:r>
              <a:rPr lang="en-US" altLang="zh-CN" sz="1200" dirty="0">
                <a:latin typeface="Microsoft YaHei UI" panose="020B0503020204020204" pitchFamily="34" charset="-122"/>
                <a:ea typeface="Microsoft YaHei UI" panose="020B0503020204020204" pitchFamily="34" charset="-122"/>
              </a:rPr>
              <a:t>RM</a:t>
            </a:r>
            <a:r>
              <a:rPr lang="zh-CN" altLang="en-US" sz="1200" dirty="0">
                <a:latin typeface="Microsoft YaHei UI" panose="020B0503020204020204" pitchFamily="34" charset="-122"/>
                <a:ea typeface="Microsoft YaHei UI" panose="020B0503020204020204" pitchFamily="34" charset="-122"/>
              </a:rPr>
              <a:t>用的陀螺仪是集成到芯片组里的，因此需要用到这项技术</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endParaRPr lang="en-US" altLang="zh-CN" sz="12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200" dirty="0">
                <a:highlight>
                  <a:srgbClr val="FFFF00"/>
                </a:highlight>
                <a:latin typeface="Microsoft YaHei UI" panose="020B0503020204020204" pitchFamily="34" charset="-122"/>
                <a:ea typeface="Microsoft YaHei UI" panose="020B0503020204020204" pitchFamily="34" charset="-122"/>
              </a:rPr>
              <a:t>陀螺仪</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Gyroscope</a:t>
            </a: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可以获取物体相对大地的角速度，用于旋转运动检测</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角速度是三维向量</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endParaRPr lang="en-US" altLang="zh-CN" sz="12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200" dirty="0">
                <a:highlight>
                  <a:srgbClr val="FFFF00"/>
                </a:highlight>
                <a:latin typeface="Microsoft YaHei UI" panose="020B0503020204020204" pitchFamily="34" charset="-122"/>
                <a:ea typeface="Microsoft YaHei UI" panose="020B0503020204020204" pitchFamily="34" charset="-122"/>
              </a:rPr>
              <a:t>加速度计</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Accelerometer</a:t>
            </a: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可以获取物体相对惯性系的合力</a:t>
            </a:r>
            <a:r>
              <a:rPr lang="en-US" altLang="zh-CN" sz="1200" dirty="0">
                <a:latin typeface="Microsoft YaHei UI" panose="020B0503020204020204" pitchFamily="34" charset="-122"/>
                <a:ea typeface="Microsoft YaHei UI" panose="020B0503020204020204" pitchFamily="34" charset="-122"/>
              </a:rPr>
              <a:t>+</a:t>
            </a:r>
            <a:r>
              <a:rPr lang="zh-CN" altLang="en-US" sz="1200" dirty="0">
                <a:latin typeface="Microsoft YaHei UI" panose="020B0503020204020204" pitchFamily="34" charset="-122"/>
                <a:ea typeface="Microsoft YaHei UI" panose="020B0503020204020204" pitchFamily="34" charset="-122"/>
              </a:rPr>
              <a:t>重力的情况</a:t>
            </a:r>
            <a:endParaRPr lang="en-US" altLang="zh-CN" sz="12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如物体相对于大地静止，则加速度计反馈的是</a:t>
            </a:r>
            <a:r>
              <a:rPr lang="en-US" altLang="zh-CN" sz="1200" dirty="0">
                <a:latin typeface="Microsoft YaHei UI" panose="020B0503020204020204" pitchFamily="34" charset="-122"/>
                <a:ea typeface="Microsoft YaHei UI" panose="020B0503020204020204" pitchFamily="34" charset="-122"/>
              </a:rPr>
              <a:t>(0, 0, 9.8)</a:t>
            </a: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如物体相对大地</a:t>
            </a:r>
            <a:r>
              <a:rPr lang="en-US" altLang="zh-CN" sz="1200" dirty="0">
                <a:latin typeface="Microsoft YaHei UI" panose="020B0503020204020204" pitchFamily="34" charset="-122"/>
                <a:ea typeface="Microsoft YaHei UI" panose="020B0503020204020204" pitchFamily="34" charset="-122"/>
              </a:rPr>
              <a:t>1m/s^2</a:t>
            </a:r>
            <a:r>
              <a:rPr lang="zh-CN" altLang="en-US" sz="1200" dirty="0">
                <a:latin typeface="Microsoft YaHei UI" panose="020B0503020204020204" pitchFamily="34" charset="-122"/>
                <a:ea typeface="Microsoft YaHei UI" panose="020B0503020204020204" pitchFamily="34" charset="-122"/>
              </a:rPr>
              <a:t>向上的加速度，则加速度计反馈的是</a:t>
            </a:r>
            <a:r>
              <a:rPr lang="en-US" altLang="zh-CN" sz="1200" dirty="0">
                <a:latin typeface="Microsoft YaHei UI" panose="020B0503020204020204" pitchFamily="34" charset="-122"/>
                <a:ea typeface="Microsoft YaHei UI" panose="020B0503020204020204" pitchFamily="34" charset="-122"/>
              </a:rPr>
              <a:t>(0, 0, 10.8)</a:t>
            </a: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如物体自由落体运动，则加速度计反馈的是</a:t>
            </a:r>
            <a:r>
              <a:rPr lang="en-US" altLang="zh-CN" sz="1200" dirty="0">
                <a:latin typeface="Microsoft YaHei UI" panose="020B0503020204020204" pitchFamily="34" charset="-122"/>
                <a:ea typeface="Microsoft YaHei UI" panose="020B0503020204020204" pitchFamily="34" charset="-122"/>
              </a:rPr>
              <a:t>(0, 0, 0)</a:t>
            </a: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加速度是三维向量</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可以形象理解，一个六面正方体盒子里装了个球，球对各面的压力就是加速度计反馈的数据</a:t>
            </a:r>
            <a:endParaRPr lang="en-US" altLang="zh-CN" sz="12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783496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3 </a:t>
            </a:r>
            <a:r>
              <a:rPr lang="zh-CN" altLang="en-US" sz="4000" dirty="0">
                <a:latin typeface="Microsoft YaHei UI" panose="020B0503020204020204" pitchFamily="34" charset="-122"/>
                <a:ea typeface="Microsoft YaHei UI" panose="020B0503020204020204" pitchFamily="34" charset="-122"/>
              </a:rPr>
              <a:t>陀螺仪简介</a:t>
            </a:r>
            <a:endParaRPr lang="zh-CN" altLang="en-US" sz="4000" cap="none" dirty="0"/>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4390497"/>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1200" dirty="0">
                <a:highlight>
                  <a:srgbClr val="FFFF00"/>
                </a:highlight>
                <a:latin typeface="Microsoft YaHei UI" panose="020B0503020204020204" pitchFamily="34" charset="-122"/>
                <a:ea typeface="Microsoft YaHei UI" panose="020B0503020204020204" pitchFamily="34" charset="-122"/>
              </a:rPr>
              <a:t>惯性测量单元</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Inertial Measurement Unit</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IMU</a:t>
            </a:r>
            <a:r>
              <a:rPr lang="zh-CN" altLang="en-US" sz="1200" dirty="0">
                <a:latin typeface="Microsoft YaHei UI" panose="020B0503020204020204" pitchFamily="34" charset="-122"/>
                <a:ea typeface="Microsoft YaHei UI" panose="020B0503020204020204" pitchFamily="34" charset="-122"/>
              </a:rPr>
              <a:t>）</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是陀螺仪和加速度计的结合体，可提供三维角速度和三维加速度共六维数据</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也叫</a:t>
            </a:r>
            <a:r>
              <a:rPr lang="zh-CN" altLang="en-US" sz="1200" dirty="0">
                <a:highlight>
                  <a:srgbClr val="FFFF00"/>
                </a:highlight>
                <a:latin typeface="Microsoft YaHei UI" panose="020B0503020204020204" pitchFamily="34" charset="-122"/>
                <a:ea typeface="Microsoft YaHei UI" panose="020B0503020204020204" pitchFamily="34" charset="-122"/>
              </a:rPr>
              <a:t>六轴陀螺仪</a:t>
            </a:r>
            <a:endParaRPr lang="en-US" altLang="zh-CN" sz="1200" dirty="0">
              <a:highlight>
                <a:srgbClr val="FFFF00"/>
              </a:highlight>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endParaRPr lang="en-US" altLang="zh-CN" sz="1200" dirty="0">
              <a:latin typeface="Microsoft YaHei UI" panose="020B0503020204020204" pitchFamily="34" charset="-122"/>
              <a:ea typeface="Microsoft YaHei UI" panose="020B0503020204020204" pitchFamily="34" charset="-122"/>
            </a:endParaRPr>
          </a:p>
          <a:p>
            <a:pPr marL="285750" indent="-285750">
              <a:lnSpc>
                <a:spcPct val="130000"/>
              </a:lnSpc>
              <a:buFont typeface="Arial" panose="020B0604020202020204" pitchFamily="34" charset="0"/>
              <a:buChar char="•"/>
            </a:pPr>
            <a:r>
              <a:rPr lang="zh-CN" altLang="en-US" sz="1200" dirty="0">
                <a:highlight>
                  <a:srgbClr val="FFFF00"/>
                </a:highlight>
                <a:latin typeface="Microsoft YaHei UI" panose="020B0503020204020204" pitchFamily="34" charset="-122"/>
                <a:ea typeface="Microsoft YaHei UI" panose="020B0503020204020204" pitchFamily="34" charset="-122"/>
              </a:rPr>
              <a:t>姿态与航向参考系统</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Attitude and Heading Reference System</a:t>
            </a:r>
            <a:r>
              <a:rPr lang="zh-CN" altLang="en-US" sz="1200" dirty="0">
                <a:latin typeface="Microsoft YaHei UI" panose="020B0503020204020204" pitchFamily="34" charset="-122"/>
                <a:ea typeface="Microsoft YaHei UI" panose="020B0503020204020204" pitchFamily="34" charset="-122"/>
              </a:rPr>
              <a:t>，</a:t>
            </a:r>
            <a:r>
              <a:rPr lang="en-US" altLang="zh-CN" sz="1200" dirty="0">
                <a:latin typeface="Microsoft YaHei UI" panose="020B0503020204020204" pitchFamily="34" charset="-122"/>
                <a:ea typeface="Microsoft YaHei UI" panose="020B0503020204020204" pitchFamily="34" charset="-122"/>
              </a:rPr>
              <a:t>AHRS</a:t>
            </a:r>
            <a:r>
              <a:rPr lang="zh-CN" altLang="en-US" sz="1200" dirty="0">
                <a:latin typeface="Microsoft YaHei UI" panose="020B0503020204020204" pitchFamily="34" charset="-122"/>
                <a:ea typeface="Microsoft YaHei UI" panose="020B0503020204020204" pitchFamily="34" charset="-122"/>
              </a:rPr>
              <a:t>）</a:t>
            </a:r>
            <a:endParaRPr lang="en-US" altLang="zh-CN" sz="1200" dirty="0">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是</a:t>
            </a:r>
            <a:r>
              <a:rPr lang="en-US" altLang="zh-CN" sz="1200" dirty="0">
                <a:latin typeface="Microsoft YaHei UI" panose="020B0503020204020204" pitchFamily="34" charset="-122"/>
                <a:ea typeface="Microsoft YaHei UI" panose="020B0503020204020204" pitchFamily="34" charset="-122"/>
              </a:rPr>
              <a:t>IMU</a:t>
            </a:r>
            <a:r>
              <a:rPr lang="zh-CN" altLang="en-US" sz="1200" dirty="0">
                <a:latin typeface="Microsoft YaHei UI" panose="020B0503020204020204" pitchFamily="34" charset="-122"/>
                <a:ea typeface="Microsoft YaHei UI" panose="020B0503020204020204" pitchFamily="34" charset="-122"/>
              </a:rPr>
              <a:t>搭载了一定的数据处理算法，除去</a:t>
            </a:r>
            <a:r>
              <a:rPr lang="en-US" altLang="zh-CN" sz="1200" dirty="0">
                <a:latin typeface="Microsoft YaHei UI" panose="020B0503020204020204" pitchFamily="34" charset="-122"/>
                <a:ea typeface="Microsoft YaHei UI" panose="020B0503020204020204" pitchFamily="34" charset="-122"/>
              </a:rPr>
              <a:t>IMU</a:t>
            </a:r>
            <a:r>
              <a:rPr lang="zh-CN" altLang="en-US" sz="1200" dirty="0">
                <a:latin typeface="Microsoft YaHei UI" panose="020B0503020204020204" pitchFamily="34" charset="-122"/>
                <a:ea typeface="Microsoft YaHei UI" panose="020B0503020204020204" pitchFamily="34" charset="-122"/>
              </a:rPr>
              <a:t>本身可以获得的信息外，还可以获取物体当前姿态信息，如欧拉角、旋转矩阵、四元数等</a:t>
            </a:r>
            <a:endParaRPr lang="en-US" altLang="zh-CN" sz="12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重力是确定的，因此根据加速度计的数值可以很轻易获取</a:t>
            </a:r>
            <a:r>
              <a:rPr lang="en-US" altLang="zh-CN" sz="1200" dirty="0">
                <a:latin typeface="Microsoft YaHei UI" panose="020B0503020204020204" pitchFamily="34" charset="-122"/>
                <a:ea typeface="Microsoft YaHei UI" panose="020B0503020204020204" pitchFamily="34" charset="-122"/>
              </a:rPr>
              <a:t>Pitch</a:t>
            </a:r>
            <a:r>
              <a:rPr lang="zh-CN" altLang="en-US" sz="1200" dirty="0">
                <a:latin typeface="Microsoft YaHei UI" panose="020B0503020204020204" pitchFamily="34" charset="-122"/>
                <a:ea typeface="Microsoft YaHei UI" panose="020B0503020204020204" pitchFamily="34" charset="-122"/>
              </a:rPr>
              <a:t>和</a:t>
            </a:r>
            <a:r>
              <a:rPr lang="en-US" altLang="zh-CN" sz="1200" dirty="0">
                <a:latin typeface="Microsoft YaHei UI" panose="020B0503020204020204" pitchFamily="34" charset="-122"/>
                <a:ea typeface="Microsoft YaHei UI" panose="020B0503020204020204" pitchFamily="34" charset="-122"/>
              </a:rPr>
              <a:t>Roll</a:t>
            </a:r>
            <a:r>
              <a:rPr lang="zh-CN" altLang="en-US" sz="1200" dirty="0">
                <a:latin typeface="Microsoft YaHei UI" panose="020B0503020204020204" pitchFamily="34" charset="-122"/>
                <a:ea typeface="Microsoft YaHei UI" panose="020B0503020204020204" pitchFamily="34" charset="-122"/>
              </a:rPr>
              <a:t>信息</a:t>
            </a:r>
            <a:endParaRPr lang="en-US" altLang="zh-CN" sz="12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en-US" altLang="zh-CN" sz="1200" dirty="0">
                <a:latin typeface="Microsoft YaHei UI" panose="020B0503020204020204" pitchFamily="34" charset="-122"/>
                <a:ea typeface="Microsoft YaHei UI" panose="020B0503020204020204" pitchFamily="34" charset="-122"/>
              </a:rPr>
              <a:t>Yaw</a:t>
            </a:r>
            <a:r>
              <a:rPr lang="zh-CN" altLang="en-US" sz="1200" dirty="0">
                <a:latin typeface="Microsoft YaHei UI" panose="020B0503020204020204" pitchFamily="34" charset="-122"/>
                <a:ea typeface="Microsoft YaHei UI" panose="020B0503020204020204" pitchFamily="34" charset="-122"/>
              </a:rPr>
              <a:t>信息由角速度积分而来，但角速度积分会有累计误差</a:t>
            </a:r>
            <a:endParaRPr lang="en-US" altLang="zh-CN" sz="12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和</a:t>
            </a:r>
            <a:r>
              <a:rPr lang="en-US" altLang="zh-CN" sz="1200" dirty="0">
                <a:latin typeface="Microsoft YaHei UI" panose="020B0503020204020204" pitchFamily="34" charset="-122"/>
                <a:ea typeface="Microsoft YaHei UI" panose="020B0503020204020204" pitchFamily="34" charset="-122"/>
              </a:rPr>
              <a:t>IMU</a:t>
            </a:r>
            <a:r>
              <a:rPr lang="zh-CN" altLang="en-US" sz="1200" dirty="0">
                <a:latin typeface="Microsoft YaHei UI" panose="020B0503020204020204" pitchFamily="34" charset="-122"/>
                <a:ea typeface="Microsoft YaHei UI" panose="020B0503020204020204" pitchFamily="34" charset="-122"/>
              </a:rPr>
              <a:t>一样，这种</a:t>
            </a:r>
            <a:r>
              <a:rPr lang="en-US" altLang="zh-CN" sz="1200" dirty="0">
                <a:latin typeface="Microsoft YaHei UI" panose="020B0503020204020204" pitchFamily="34" charset="-122"/>
                <a:ea typeface="Microsoft YaHei UI" panose="020B0503020204020204" pitchFamily="34" charset="-122"/>
              </a:rPr>
              <a:t>AHRS</a:t>
            </a:r>
            <a:r>
              <a:rPr lang="zh-CN" altLang="en-US" sz="1200" dirty="0">
                <a:latin typeface="Microsoft YaHei UI" panose="020B0503020204020204" pitchFamily="34" charset="-122"/>
                <a:ea typeface="Microsoft YaHei UI" panose="020B0503020204020204" pitchFamily="34" charset="-122"/>
              </a:rPr>
              <a:t>也叫</a:t>
            </a:r>
            <a:r>
              <a:rPr lang="zh-CN" altLang="en-US" sz="1200" dirty="0">
                <a:highlight>
                  <a:srgbClr val="FFFF00"/>
                </a:highlight>
                <a:latin typeface="Microsoft YaHei UI" panose="020B0503020204020204" pitchFamily="34" charset="-122"/>
                <a:ea typeface="Microsoft YaHei UI" panose="020B0503020204020204" pitchFamily="34" charset="-122"/>
              </a:rPr>
              <a:t>六轴陀螺仪</a:t>
            </a:r>
            <a:endParaRPr lang="en-US" altLang="zh-CN" sz="1200" dirty="0">
              <a:highlight>
                <a:srgbClr val="FFFF00"/>
              </a:highlight>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有些</a:t>
            </a:r>
            <a:r>
              <a:rPr lang="en-US" altLang="zh-CN" sz="1200" dirty="0">
                <a:latin typeface="Microsoft YaHei UI" panose="020B0503020204020204" pitchFamily="34" charset="-122"/>
                <a:ea typeface="Microsoft YaHei UI" panose="020B0503020204020204" pitchFamily="34" charset="-122"/>
              </a:rPr>
              <a:t>AHRS</a:t>
            </a:r>
            <a:r>
              <a:rPr lang="zh-CN" altLang="en-US" sz="1200" dirty="0">
                <a:latin typeface="Microsoft YaHei UI" panose="020B0503020204020204" pitchFamily="34" charset="-122"/>
                <a:ea typeface="Microsoft YaHei UI" panose="020B0503020204020204" pitchFamily="34" charset="-122"/>
              </a:rPr>
              <a:t>还搭载了磁力计，根据地磁场的三维磁场强度信息，结合数据处理算法来纠正</a:t>
            </a:r>
            <a:r>
              <a:rPr lang="en-US" altLang="zh-CN" sz="1200" dirty="0">
                <a:latin typeface="Microsoft YaHei UI" panose="020B0503020204020204" pitchFamily="34" charset="-122"/>
                <a:ea typeface="Microsoft YaHei UI" panose="020B0503020204020204" pitchFamily="34" charset="-122"/>
              </a:rPr>
              <a:t>Yaw</a:t>
            </a:r>
            <a:r>
              <a:rPr lang="zh-CN" altLang="en-US" sz="1200" dirty="0">
                <a:latin typeface="Microsoft YaHei UI" panose="020B0503020204020204" pitchFamily="34" charset="-122"/>
                <a:ea typeface="Microsoft YaHei UI" panose="020B0503020204020204" pitchFamily="34" charset="-122"/>
              </a:rPr>
              <a:t>轴的积分误差</a:t>
            </a:r>
            <a:endParaRPr lang="en-US" altLang="zh-CN" sz="12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然而地磁场比较弱，且纬度异构性很强，比如合肥和深圳地的地磁场大小方向就不同</a:t>
            </a:r>
            <a:endParaRPr lang="en-US" altLang="zh-CN" sz="12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此外，磁力计易受磁性物质，如电机的永磁体，以及部分铁磁性机械结构，如钢管、铁管等干扰，导致解算反而更加混乱</a:t>
            </a:r>
            <a:endParaRPr lang="en-US" altLang="zh-CN" sz="12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en-US" altLang="zh-CN" sz="1200" dirty="0">
                <a:latin typeface="Microsoft YaHei UI" panose="020B0503020204020204" pitchFamily="34" charset="-122"/>
                <a:ea typeface="Microsoft YaHei UI" panose="020B0503020204020204" pitchFamily="34" charset="-122"/>
              </a:rPr>
              <a:t>RM</a:t>
            </a:r>
            <a:r>
              <a:rPr lang="zh-CN" altLang="en-US" sz="1200" dirty="0">
                <a:latin typeface="Microsoft YaHei UI" panose="020B0503020204020204" pitchFamily="34" charset="-122"/>
                <a:ea typeface="Microsoft YaHei UI" panose="020B0503020204020204" pitchFamily="34" charset="-122"/>
              </a:rPr>
              <a:t>场景</a:t>
            </a:r>
            <a:r>
              <a:rPr lang="zh-CN" altLang="en-US" sz="1200" dirty="0">
                <a:solidFill>
                  <a:srgbClr val="FF0000"/>
                </a:solidFill>
                <a:latin typeface="Microsoft YaHei UI" panose="020B0503020204020204" pitchFamily="34" charset="-122"/>
                <a:ea typeface="Microsoft YaHei UI" panose="020B0503020204020204" pitchFamily="34" charset="-122"/>
              </a:rPr>
              <a:t>不建议结合磁力计</a:t>
            </a:r>
            <a:endParaRPr lang="en-US" altLang="zh-CN" sz="1200" dirty="0">
              <a:solidFill>
                <a:srgbClr val="FF0000"/>
              </a:solidFill>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结合了磁力计的</a:t>
            </a:r>
            <a:r>
              <a:rPr lang="en-US" altLang="zh-CN" sz="1200" dirty="0">
                <a:latin typeface="Microsoft YaHei UI" panose="020B0503020204020204" pitchFamily="34" charset="-122"/>
                <a:ea typeface="Microsoft YaHei UI" panose="020B0503020204020204" pitchFamily="34" charset="-122"/>
              </a:rPr>
              <a:t>AHRS</a:t>
            </a:r>
            <a:r>
              <a:rPr lang="zh-CN" altLang="en-US" sz="1200" dirty="0">
                <a:latin typeface="Microsoft YaHei UI" panose="020B0503020204020204" pitchFamily="34" charset="-122"/>
                <a:ea typeface="Microsoft YaHei UI" panose="020B0503020204020204" pitchFamily="34" charset="-122"/>
              </a:rPr>
              <a:t>，也叫做</a:t>
            </a:r>
            <a:r>
              <a:rPr lang="zh-CN" altLang="en-US" sz="1200" dirty="0">
                <a:highlight>
                  <a:srgbClr val="FFFF00"/>
                </a:highlight>
                <a:latin typeface="Microsoft YaHei UI" panose="020B0503020204020204" pitchFamily="34" charset="-122"/>
                <a:ea typeface="Microsoft YaHei UI" panose="020B0503020204020204" pitchFamily="34" charset="-122"/>
              </a:rPr>
              <a:t>九轴陀螺仪</a:t>
            </a:r>
            <a:endParaRPr lang="en-US" altLang="zh-CN" sz="1200" dirty="0">
              <a:highlight>
                <a:srgbClr val="FFFF00"/>
              </a:highlight>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有些</a:t>
            </a:r>
            <a:r>
              <a:rPr lang="en-US" altLang="zh-CN" sz="1200" dirty="0">
                <a:latin typeface="Microsoft YaHei UI" panose="020B0503020204020204" pitchFamily="34" charset="-122"/>
                <a:ea typeface="Microsoft YaHei UI" panose="020B0503020204020204" pitchFamily="34" charset="-122"/>
              </a:rPr>
              <a:t>AHRS</a:t>
            </a:r>
            <a:r>
              <a:rPr lang="zh-CN" altLang="en-US" sz="1200" dirty="0">
                <a:latin typeface="Microsoft YaHei UI" panose="020B0503020204020204" pitchFamily="34" charset="-122"/>
                <a:ea typeface="Microsoft YaHei UI" panose="020B0503020204020204" pitchFamily="34" charset="-122"/>
              </a:rPr>
              <a:t>在搭载了磁力计的基础上还搭载了气压计，根据气压信息来确定当前的海拔高度</a:t>
            </a:r>
            <a:endParaRPr lang="en-US" altLang="zh-CN" sz="1200" dirty="0">
              <a:latin typeface="Microsoft YaHei UI" panose="020B0503020204020204" pitchFamily="34" charset="-122"/>
              <a:ea typeface="Microsoft YaHei UI" panose="020B0503020204020204" pitchFamily="34" charset="-122"/>
            </a:endParaRPr>
          </a:p>
          <a:p>
            <a:pPr marL="1200150" lvl="2"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结合了气压计的</a:t>
            </a:r>
            <a:r>
              <a:rPr lang="en-US" altLang="zh-CN" sz="1200" dirty="0">
                <a:latin typeface="Microsoft YaHei UI" panose="020B0503020204020204" pitchFamily="34" charset="-122"/>
                <a:ea typeface="Microsoft YaHei UI" panose="020B0503020204020204" pitchFamily="34" charset="-122"/>
              </a:rPr>
              <a:t>AHRS</a:t>
            </a:r>
            <a:r>
              <a:rPr lang="zh-CN" altLang="en-US" sz="1200" dirty="0">
                <a:latin typeface="Microsoft YaHei UI" panose="020B0503020204020204" pitchFamily="34" charset="-122"/>
                <a:ea typeface="Microsoft YaHei UI" panose="020B0503020204020204" pitchFamily="34" charset="-122"/>
              </a:rPr>
              <a:t>，也叫做</a:t>
            </a:r>
            <a:r>
              <a:rPr lang="zh-CN" altLang="en-US" sz="1200" dirty="0">
                <a:highlight>
                  <a:srgbClr val="FFFF00"/>
                </a:highlight>
                <a:latin typeface="Microsoft YaHei UI" panose="020B0503020204020204" pitchFamily="34" charset="-122"/>
                <a:ea typeface="Microsoft YaHei UI" panose="020B0503020204020204" pitchFamily="34" charset="-122"/>
              </a:rPr>
              <a:t>十轴陀螺仪</a:t>
            </a:r>
            <a:endParaRPr lang="en-US" altLang="zh-CN" sz="1200" dirty="0">
              <a:highlight>
                <a:srgbClr val="FFFF00"/>
              </a:highlight>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en-US" altLang="zh-CN" sz="1200" dirty="0">
                <a:highlight>
                  <a:srgbClr val="FFFF00"/>
                </a:highlight>
                <a:latin typeface="Microsoft YaHei UI" panose="020B0503020204020204" pitchFamily="34" charset="-122"/>
                <a:ea typeface="Microsoft YaHei UI" panose="020B0503020204020204" pitchFamily="34" charset="-122"/>
              </a:rPr>
              <a:t>AHRS</a:t>
            </a:r>
            <a:r>
              <a:rPr lang="zh-CN" altLang="en-US" sz="1200" dirty="0">
                <a:highlight>
                  <a:srgbClr val="FFFF00"/>
                </a:highlight>
                <a:latin typeface="Microsoft YaHei UI" panose="020B0503020204020204" pitchFamily="34" charset="-122"/>
                <a:ea typeface="Microsoft YaHei UI" panose="020B0503020204020204" pitchFamily="34" charset="-122"/>
              </a:rPr>
              <a:t>也叫做姿态传感器</a:t>
            </a:r>
            <a:endParaRPr lang="en-US" altLang="zh-CN" sz="1200" dirty="0">
              <a:highlight>
                <a:srgbClr val="FFFF00"/>
              </a:highlight>
              <a:latin typeface="Microsoft YaHei UI" panose="020B0503020204020204" pitchFamily="34" charset="-122"/>
              <a:ea typeface="Microsoft YaHei UI" panose="020B0503020204020204" pitchFamily="34" charset="-122"/>
            </a:endParaRPr>
          </a:p>
          <a:p>
            <a:pPr marL="742950" lvl="1" indent="-285750">
              <a:lnSpc>
                <a:spcPct val="130000"/>
              </a:lnSpc>
              <a:buFont typeface="Arial" panose="020B0604020202020204" pitchFamily="34" charset="0"/>
              <a:buChar char="•"/>
            </a:pPr>
            <a:r>
              <a:rPr lang="zh-CN" altLang="en-US" sz="1200" dirty="0">
                <a:latin typeface="Microsoft YaHei UI" panose="020B0503020204020204" pitchFamily="34" charset="-122"/>
                <a:ea typeface="Microsoft YaHei UI" panose="020B0503020204020204" pitchFamily="34" charset="-122"/>
              </a:rPr>
              <a:t>还有可以注入额外信息的，如给陀螺仪发送当前速度、当前</a:t>
            </a:r>
            <a:r>
              <a:rPr lang="en-US" altLang="zh-CN" sz="1200" dirty="0">
                <a:latin typeface="Microsoft YaHei UI" panose="020B0503020204020204" pitchFamily="34" charset="-122"/>
                <a:ea typeface="Microsoft YaHei UI" panose="020B0503020204020204" pitchFamily="34" charset="-122"/>
              </a:rPr>
              <a:t>GPS</a:t>
            </a:r>
            <a:r>
              <a:rPr lang="zh-CN" altLang="en-US" sz="1200">
                <a:latin typeface="Microsoft YaHei UI" panose="020B0503020204020204" pitchFamily="34" charset="-122"/>
                <a:ea typeface="Microsoft YaHei UI" panose="020B0503020204020204" pitchFamily="34" charset="-122"/>
              </a:rPr>
              <a:t>位置等数据，用于辅助定位</a:t>
            </a:r>
            <a:endParaRPr lang="en-US" altLang="zh-CN" sz="12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440039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dirty="0"/>
              <a:t>4 </a:t>
            </a:r>
            <a:r>
              <a:rPr lang="zh-CN" altLang="en-US" sz="4000" cap="none" dirty="0"/>
              <a:t>结合陀螺仪的控制</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526426"/>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此部分详见</a:t>
            </a:r>
            <a:r>
              <a:rPr lang="en-US" altLang="zh-CN" sz="2400" dirty="0">
                <a:latin typeface="Microsoft YaHei UI" panose="020B0503020204020204" pitchFamily="34" charset="-122"/>
                <a:ea typeface="Microsoft YaHei UI" panose="020B0503020204020204" pitchFamily="34" charset="-122"/>
              </a:rPr>
              <a:t>md</a:t>
            </a:r>
            <a:r>
              <a:rPr lang="zh-CN" altLang="en-US" sz="2400" dirty="0">
                <a:latin typeface="Microsoft YaHei UI" panose="020B0503020204020204" pitchFamily="34" charset="-122"/>
                <a:ea typeface="Microsoft YaHei UI" panose="020B0503020204020204" pitchFamily="34" charset="-122"/>
              </a:rPr>
              <a:t>文档</a:t>
            </a:r>
            <a:endParaRPr lang="en-US" altLang="zh-CN" sz="2400" dirty="0">
              <a:highlight>
                <a:srgbClr val="FFFF00"/>
              </a:highlight>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3186004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81194" y="555076"/>
            <a:ext cx="11029616" cy="994970"/>
          </a:xfrm>
        </p:spPr>
        <p:txBody>
          <a:bodyPr rtlCol="0" anchor="ctr">
            <a:normAutofit/>
          </a:bodyPr>
          <a:lstStyle/>
          <a:p>
            <a:r>
              <a:rPr lang="en-US" altLang="zh-CN" sz="4000" cap="none"/>
              <a:t>5 </a:t>
            </a:r>
            <a:r>
              <a:rPr lang="zh-CN" altLang="en-US" sz="4000" cap="none" dirty="0"/>
              <a:t>总结</a:t>
            </a:r>
          </a:p>
        </p:txBody>
      </p:sp>
      <p:sp>
        <p:nvSpPr>
          <p:cNvPr id="6" name="文本框 5">
            <a:extLst>
              <a:ext uri="{FF2B5EF4-FFF2-40B4-BE49-F238E27FC236}">
                <a16:creationId xmlns:a16="http://schemas.microsoft.com/office/drawing/2014/main" id="{38610BB1-2D6B-4172-963A-D36537AC5DCD}"/>
              </a:ext>
            </a:extLst>
          </p:cNvPr>
          <p:cNvSpPr txBox="1"/>
          <p:nvPr/>
        </p:nvSpPr>
        <p:spPr>
          <a:xfrm>
            <a:off x="581192" y="1550046"/>
            <a:ext cx="11029616" cy="1006558"/>
          </a:xfrm>
          <a:prstGeom prst="rect">
            <a:avLst/>
          </a:prstGeom>
          <a:noFill/>
        </p:spPr>
        <p:txBody>
          <a:bodyPr wrap="square" rtlCol="0">
            <a:spAutoFit/>
          </a:bodyPr>
          <a:lstStyle/>
          <a:p>
            <a:pPr marL="285750" indent="-285750">
              <a:lnSpc>
                <a:spcPct val="130000"/>
              </a:lnSpc>
              <a:buFont typeface="Arial" panose="020B0604020202020204" pitchFamily="34" charset="0"/>
              <a:buChar char="•"/>
            </a:pPr>
            <a:r>
              <a:rPr lang="zh-CN" altLang="en-US" sz="2400" dirty="0">
                <a:latin typeface="Microsoft YaHei UI" panose="020B0503020204020204" pitchFamily="34" charset="-122"/>
                <a:ea typeface="Microsoft YaHei UI" panose="020B0503020204020204" pitchFamily="34" charset="-122"/>
              </a:rPr>
              <a:t>一言蔽之，本小节完成的工作就是将云台的当前角速度获取方式由电机自身编码器变成了陀螺仪</a:t>
            </a:r>
            <a:endParaRPr lang="en-US" altLang="zh-CN" sz="2400" dirty="0">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200747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PP_MARK_KEY" val="27a275ec-753e-47af-878d-7a97e07041b7"/>
  <p:tag name="COMMONDATA" val="eyJoZGlkIjoiYTBlMjBiOWE1Zjk5NDQ1M2U3NWYyMDQ3YWNmOWJjZWIifQ=="/>
</p:tagLst>
</file>

<file path=ppt/theme/theme1.xml><?xml version="1.0" encoding="utf-8"?>
<a:theme xmlns:a="http://schemas.openxmlformats.org/drawingml/2006/main" name="红利">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TM03457464[[fn=红利]]</Template>
  <TotalTime>0</TotalTime>
  <Words>1041</Words>
  <Application>Microsoft Office PowerPoint</Application>
  <PresentationFormat>宽屏</PresentationFormat>
  <Paragraphs>91</Paragraphs>
  <Slides>11</Slides>
  <Notes>11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11</vt:i4>
      </vt:variant>
    </vt:vector>
  </HeadingPairs>
  <TitlesOfParts>
    <vt:vector size="16" baseType="lpstr">
      <vt:lpstr>Microsoft YaHei UI</vt:lpstr>
      <vt:lpstr>Arial</vt:lpstr>
      <vt:lpstr>Gill Sans MT</vt:lpstr>
      <vt:lpstr>Wingdings 2</vt:lpstr>
      <vt:lpstr>红利</vt:lpstr>
      <vt:lpstr>6.2 结合成品陀螺仪的云台控制</vt:lpstr>
      <vt:lpstr>目录</vt:lpstr>
      <vt:lpstr>1 常规云台控制</vt:lpstr>
      <vt:lpstr>1 常规云台控制</vt:lpstr>
      <vt:lpstr>2 问题分析与反思</vt:lpstr>
      <vt:lpstr>2 问题分析与反思</vt:lpstr>
      <vt:lpstr>3 陀螺仪简介</vt:lpstr>
      <vt:lpstr>3 陀螺仪简介</vt:lpstr>
      <vt:lpstr>4 结合陀螺仪的控制</vt:lpstr>
      <vt:lpstr>5 总结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3</cp:revision>
  <dcterms:created xsi:type="dcterms:W3CDTF">2019-12-13T06:13:00Z</dcterms:created>
  <dcterms:modified xsi:type="dcterms:W3CDTF">2025-03-15T02:58:40Z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5F80E70E50E141FFB62F51F4FF0185D8</vt:lpwstr>
  </property>
  <property fmtid="{D5CDD505-2E9C-101B-9397-08002B2CF9AE}" pid="4" name="KSOProductBuildVer">
    <vt:lpwstr>2052-11.1.0.12980</vt:lpwstr>
  </property>
</Properties>
</file>