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autoCompressPictures="0">
  <p:sldMasterIdLst>
    <p:sldMasterId id="2147483648" r:id="rId1"/>
  </p:sldMasterIdLst>
  <p:notesMasterIdLst>
    <p:notesMasterId r:id="rId11"/>
  </p:notesMasterIdLst>
  <p:handoutMasterIdLst>
    <p:handoutMasterId r:id="rId12"/>
  </p:handoutMasterIdLst>
  <p:sldIdLst>
    <p:sldId id="256" r:id="rId2"/>
    <p:sldId id="372" r:id="rId3"/>
    <p:sldId id="394" r:id="rId4"/>
    <p:sldId id="395" r:id="rId5"/>
    <p:sldId id="396" r:id="rId6"/>
    <p:sldId id="397" r:id="rId7"/>
    <p:sldId id="399" r:id="rId8"/>
    <p:sldId id="400" r:id="rId9"/>
    <p:sldId id="260" r:id="rId10"/>
  </p:sldIdLst>
  <p:sldSz cx="12192000" cy="6858000"/>
  <p:notesSz cx="6858000" cy="9144000"/>
  <p:custDataLst>
    <p:tags r:id="rId13"/>
  </p:custDataLst>
  <p:defaultTextStyle>
    <a:defPPr rtl="0">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712E"/>
    <a:srgbClr val="444E56"/>
    <a:srgbClr val="117186"/>
    <a:srgbClr val="004C75"/>
    <a:srgbClr val="808080"/>
    <a:srgbClr val="4590B8"/>
    <a:srgbClr val="4876CD"/>
    <a:srgbClr val="99FF66"/>
    <a:srgbClr val="99CC00"/>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8" autoAdjust="0"/>
    <p:restoredTop sz="95244" autoAdjust="0"/>
  </p:normalViewPr>
  <p:slideViewPr>
    <p:cSldViewPr snapToGrid="0">
      <p:cViewPr varScale="1">
        <p:scale>
          <a:sx n="105" d="100"/>
          <a:sy n="105" d="100"/>
        </p:scale>
        <p:origin x="60" y="124"/>
      </p:cViewPr>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099690-A1B4-4631-A843-BC33AAFEB53A}" type="datetimeFigureOut">
              <a:rPr lang="zh-CN" altLang="en-US" smtClean="0">
                <a:latin typeface="Microsoft YaHei UI" panose="020B0503020204020204" pitchFamily="34" charset="-122"/>
                <a:ea typeface="Microsoft YaHei UI" panose="020B0503020204020204" pitchFamily="34" charset="-122"/>
              </a:rPr>
              <a:t>2025/3/25</a:t>
            </a:fld>
            <a:endParaRPr lang="zh-CN" alt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FC93706-78A1-4E82-BB60-80A7D602F484}" type="slidenum">
              <a:rPr lang="zh-CN" altLang="en-US"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5CBC27D5-E943-4688-A3E4-00C0F3344C8A}" type="datetimeFigureOut">
              <a:rPr lang="zh-CN" altLang="en-US" smtClean="0"/>
              <a:t>2025/3/25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039B6F5C-370E-43A9-8FB2-7FE12A59E29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02167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7994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6892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5360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5765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7602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3534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9</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446534" y="4264429"/>
            <a:ext cx="11262866" cy="2126136"/>
          </a:xfrm>
          <a:prstGeom prst="rect">
            <a:avLst/>
          </a:prstGeom>
          <a:solidFill>
            <a:srgbClr val="1A326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dirty="0"/>
          </a:p>
        </p:txBody>
      </p:sp>
      <p:sp>
        <p:nvSpPr>
          <p:cNvPr id="2" name="标题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latin typeface="Microsoft YaHei UI" panose="020B0503020204020204" pitchFamily="34" charset="-122"/>
                <a:ea typeface="Microsoft YaHei UI" panose="020B0503020204020204" pitchFamily="34" charset="-122"/>
              </a:defRPr>
            </a:lvl1pPr>
          </a:lstStyle>
          <a:p>
            <a:pPr rtl="0"/>
            <a:r>
              <a:rPr lang="zh-CN" altLang="en-US"/>
              <a:t>单击此处编辑母版标题样式</a:t>
            </a:r>
            <a:endParaRPr lang="en-US" dirty="0"/>
          </a:p>
        </p:txBody>
      </p:sp>
      <p:sp>
        <p:nvSpPr>
          <p:cNvPr id="3" name="副标题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latin typeface="Microsoft YaHei UI" panose="020B0503020204020204" pitchFamily="34" charset="-122"/>
                <a:ea typeface="Microsoft YaHei UI"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zh-CN" altLang="en-US"/>
              <a:t>单击此处编辑母版副标题样式</a:t>
            </a:r>
            <a:endParaRPr lang="en-US" dirty="0"/>
          </a:p>
        </p:txBody>
      </p:sp>
      <p:sp>
        <p:nvSpPr>
          <p:cNvPr id="4" name="日期占位符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latin typeface="Microsoft YaHei UI" panose="020B0503020204020204" pitchFamily="34" charset="-122"/>
                <a:ea typeface="Microsoft YaHei UI" panose="020B0503020204020204" pitchFamily="34" charset="-122"/>
              </a:defRPr>
            </a:lvl1pPr>
          </a:lstStyle>
          <a:p>
            <a:fld id="{3E7F0539-EDB5-495D-89F2-C833D4240245}" type="datetime1">
              <a:rPr lang="zh-CN" altLang="en-US" smtClean="0"/>
              <a:t>2025/3/25</a:t>
            </a:fld>
            <a:endParaRPr lang="en-US" dirty="0"/>
          </a:p>
        </p:txBody>
      </p:sp>
      <p:sp>
        <p:nvSpPr>
          <p:cNvPr id="5" name="页脚占位符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latin typeface="Microsoft YaHei UI" panose="020B0503020204020204" pitchFamily="34" charset="-122"/>
                <a:ea typeface="Microsoft YaHei UI" panose="020B0503020204020204" pitchFamily="34" charset="-122"/>
              </a:defRPr>
            </a:lvl1pPr>
          </a:lstStyle>
          <a:p>
            <a:endParaRPr lang="zh-CN" altLang="en-US"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a:spLocks noChangeAspect="1"/>
          </p:cNvSpPr>
          <p:nvPr/>
        </p:nvSpPr>
        <p:spPr>
          <a:xfrm>
            <a:off x="440286" y="49802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2" y="585776"/>
            <a:ext cx="11029616" cy="1013800"/>
          </a:xfrm>
        </p:spPr>
        <p:txBody>
          <a:bodyPr rtlCol="0"/>
          <a:lstStyle/>
          <a:p>
            <a:pPr rtl="0"/>
            <a:r>
              <a:rPr lang="zh-CN" altLang="en-US"/>
              <a:t>单击此处编辑母版标题样式</a:t>
            </a:r>
            <a:endParaRPr lang="en-US" dirty="0"/>
          </a:p>
        </p:txBody>
      </p:sp>
      <p:sp>
        <p:nvSpPr>
          <p:cNvPr id="3" name="内容占位符 2"/>
          <p:cNvSpPr>
            <a:spLocks noGrp="1"/>
          </p:cNvSpPr>
          <p:nvPr>
            <p:ph idx="1"/>
          </p:nvPr>
        </p:nvSpPr>
        <p:spPr>
          <a:xfrm>
            <a:off x="581192" y="2180496"/>
            <a:ext cx="11029615" cy="3678303"/>
          </a:xfrm>
        </p:spPr>
        <p:txBody>
          <a:bodyPr rtlCol="0"/>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p:txBody>
          <a:bodyPr rtlCol="0"/>
          <a:lstStyle/>
          <a:p>
            <a:pPr rtl="0"/>
            <a:fld id="{DB8ABD03-1D09-4FDF-B7F3-BC40D9AA2B4B}" type="datetime1">
              <a:rPr lang="zh-CN" altLang="en-US" smtClean="0"/>
              <a:t>2025/3/25</a:t>
            </a:fld>
            <a:endParaRPr 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幻灯片编号占位符 5"/>
          <p:cNvSpPr>
            <a:spLocks noGrp="1"/>
          </p:cNvSpPr>
          <p:nvPr>
            <p:ph type="sldNum" sz="quarter" idx="12"/>
          </p:nvPr>
        </p:nvSpPr>
        <p:spPr>
          <a:xfrm>
            <a:off x="10558300" y="5956137"/>
            <a:ext cx="1052508" cy="365125"/>
          </a:xfrm>
        </p:spPr>
        <p:txBody>
          <a:bodyPr rtlCol="0"/>
          <a:lstStyle/>
          <a:p>
            <a:pPr rtl="0"/>
            <a:fld id="{D57F1E4F-1CFF-5643-939E-217C01CDF565}" type="slidenum">
              <a:rPr lang="en-US" smtClean="0"/>
              <a:t>‹#›</a:t>
            </a:fld>
            <a:endParaRPr lang="en-US" dirty="0"/>
          </a:p>
        </p:txBody>
      </p:sp>
      <p:pic>
        <p:nvPicPr>
          <p:cNvPr id="10" name="图片 9"/>
          <p:cNvPicPr>
            <a:picLocks noChangeAspect="1"/>
          </p:cNvPicPr>
          <p:nvPr userDrawn="1"/>
        </p:nvPicPr>
        <p:blipFill>
          <a:blip r:embed="rId2"/>
          <a:stretch>
            <a:fillRect/>
          </a:stretch>
        </p:blipFill>
        <p:spPr>
          <a:xfrm>
            <a:off x="8029575" y="794463"/>
            <a:ext cx="3592168" cy="62612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zh-CN" altLang="en-US"/>
              <a:t>单击此处编辑母版标题样式</a:t>
            </a:r>
            <a:endParaRPr lang="en-US" dirty="0"/>
          </a:p>
        </p:txBody>
      </p:sp>
      <p:sp>
        <p:nvSpPr>
          <p:cNvPr id="3" name="文本占位符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a:t>单击此处编辑母版文本样式</a:t>
            </a:r>
          </a:p>
        </p:txBody>
      </p:sp>
      <p:sp>
        <p:nvSpPr>
          <p:cNvPr id="4" name="日期占位符 3"/>
          <p:cNvSpPr>
            <a:spLocks noGrp="1"/>
          </p:cNvSpPr>
          <p:nvPr>
            <p:ph type="dt" sz="half" idx="10"/>
          </p:nvPr>
        </p:nvSpPr>
        <p:spPr/>
        <p:txBody>
          <a:bodyPr rtlCol="0"/>
          <a:lstStyle>
            <a:lvl1pPr>
              <a:defRPr>
                <a:solidFill>
                  <a:schemeClr val="accent1">
                    <a:lumMod val="75000"/>
                    <a:lumOff val="25000"/>
                  </a:schemeClr>
                </a:solidFill>
              </a:defRPr>
            </a:lvl1pPr>
          </a:lstStyle>
          <a:p>
            <a:pPr rtl="0"/>
            <a:fld id="{C946AA11-7391-430C-8DDA-B49E90C09240}" type="datetime1">
              <a:rPr lang="zh-CN" altLang="en-US" smtClean="0"/>
              <a:t>2025/3/25</a:t>
            </a:fld>
            <a:endParaRPr lang="en-US" dirty="0"/>
          </a:p>
        </p:txBody>
      </p:sp>
      <p:sp>
        <p:nvSpPr>
          <p:cNvPr id="5" name="页脚占位符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zh-CN" alt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a:spLocks noChangeAspect="1"/>
          </p:cNvSpPr>
          <p:nvPr/>
        </p:nvSpPr>
        <p:spPr>
          <a:xfrm>
            <a:off x="445982" y="606554"/>
            <a:ext cx="11300036" cy="88973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3" y="606554"/>
            <a:ext cx="11029616" cy="878681"/>
          </a:xfrm>
        </p:spPr>
        <p:txBody>
          <a:bodyPr rtlCol="0"/>
          <a:lstStyle/>
          <a:p>
            <a:pPr rtl="0"/>
            <a:r>
              <a:rPr lang="zh-CN" altLang="en-US" dirty="0"/>
              <a:t>单击此处编辑母版标题样式</a:t>
            </a:r>
            <a:endParaRPr lang="en-US" dirty="0"/>
          </a:p>
        </p:txBody>
      </p:sp>
      <p:sp>
        <p:nvSpPr>
          <p:cNvPr id="3" name="内容占位符 2"/>
          <p:cNvSpPr>
            <a:spLocks noGrp="1"/>
          </p:cNvSpPr>
          <p:nvPr>
            <p:ph sz="half" idx="1"/>
          </p:nvPr>
        </p:nvSpPr>
        <p:spPr>
          <a:xfrm>
            <a:off x="581193" y="2228003"/>
            <a:ext cx="5422390" cy="3633047"/>
          </a:xfrm>
        </p:spPr>
        <p:txBody>
          <a:bodyPr rtlCol="0">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内容占位符 3"/>
          <p:cNvSpPr>
            <a:spLocks noGrp="1"/>
          </p:cNvSpPr>
          <p:nvPr>
            <p:ph sz="half" idx="2"/>
          </p:nvPr>
        </p:nvSpPr>
        <p:spPr>
          <a:xfrm>
            <a:off x="6188417" y="2228003"/>
            <a:ext cx="5422392" cy="3633047"/>
          </a:xfrm>
        </p:spPr>
        <p:txBody>
          <a:bodyPr rtlCol="0">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5" name="日期占位符 4"/>
          <p:cNvSpPr>
            <a:spLocks noGrp="1"/>
          </p:cNvSpPr>
          <p:nvPr>
            <p:ph type="dt" sz="half" idx="10"/>
          </p:nvPr>
        </p:nvSpPr>
        <p:spPr/>
        <p:txBody>
          <a:bodyPr rtlCol="0"/>
          <a:lstStyle/>
          <a:p>
            <a:pPr rtl="0"/>
            <a:fld id="{44B4526D-7BDC-448E-8C9D-BB317B965AC2}" type="datetime1">
              <a:rPr lang="zh-CN" altLang="en-US" smtClean="0"/>
              <a:t>2025/3/25</a:t>
            </a:fld>
            <a:endParaRPr 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0" name="图片 9"/>
          <p:cNvPicPr>
            <a:picLocks noChangeAspect="1"/>
          </p:cNvPicPr>
          <p:nvPr userDrawn="1"/>
        </p:nvPicPr>
        <p:blipFill>
          <a:blip r:embed="rId2"/>
          <a:stretch>
            <a:fillRect/>
          </a:stretch>
        </p:blipFill>
        <p:spPr>
          <a:xfrm>
            <a:off x="8086246" y="717139"/>
            <a:ext cx="3592168" cy="626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长方形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标题 1"/>
          <p:cNvSpPr>
            <a:spLocks noGrp="1"/>
          </p:cNvSpPr>
          <p:nvPr>
            <p:ph type="title"/>
          </p:nvPr>
        </p:nvSpPr>
        <p:spPr>
          <a:xfrm>
            <a:off x="581193" y="729658"/>
            <a:ext cx="11029616" cy="988332"/>
          </a:xfrm>
        </p:spPr>
        <p:txBody>
          <a:bodyPr rtlCol="0"/>
          <a:lstStyle/>
          <a:p>
            <a:pPr rtl="0"/>
            <a:r>
              <a:rPr lang="zh-CN" altLang="en-US"/>
              <a:t>单击此处编辑母版标题样式</a:t>
            </a:r>
            <a:endParaRPr lang="en-US" dirty="0"/>
          </a:p>
        </p:txBody>
      </p:sp>
      <p:sp>
        <p:nvSpPr>
          <p:cNvPr id="3" name="文本占位符 2"/>
          <p:cNvSpPr>
            <a:spLocks noGrp="1"/>
          </p:cNvSpPr>
          <p:nvPr>
            <p:ph type="body" idx="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p>
        </p:txBody>
      </p:sp>
      <p:sp>
        <p:nvSpPr>
          <p:cNvPr id="4" name="内容占位符 3"/>
          <p:cNvSpPr>
            <a:spLocks noGrp="1"/>
          </p:cNvSpPr>
          <p:nvPr>
            <p:ph sz="half" idx="2"/>
          </p:nvPr>
        </p:nvSpPr>
        <p:spPr>
          <a:xfrm>
            <a:off x="581194" y="2926052"/>
            <a:ext cx="5393100" cy="2934999"/>
          </a:xfrm>
        </p:spPr>
        <p:txBody>
          <a:bodyPr rtlCol="0" anchor="t">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5" name="文本占位符 4"/>
          <p:cNvSpPr>
            <a:spLocks noGrp="1"/>
          </p:cNvSpPr>
          <p:nvPr>
            <p:ph type="body" sz="quarter" idx="3"/>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p>
        </p:txBody>
      </p:sp>
      <p:sp>
        <p:nvSpPr>
          <p:cNvPr id="6" name="内容占位符 5"/>
          <p:cNvSpPr>
            <a:spLocks noGrp="1"/>
          </p:cNvSpPr>
          <p:nvPr>
            <p:ph sz="quarter" idx="4"/>
          </p:nvPr>
        </p:nvSpPr>
        <p:spPr>
          <a:xfrm>
            <a:off x="6217709" y="2926052"/>
            <a:ext cx="5393100" cy="2934999"/>
          </a:xfrm>
        </p:spPr>
        <p:txBody>
          <a:bodyPr rtlCol="0" anchor="t">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7" name="日期占位符 6"/>
          <p:cNvSpPr>
            <a:spLocks noGrp="1"/>
          </p:cNvSpPr>
          <p:nvPr>
            <p:ph type="dt" sz="half" idx="10"/>
          </p:nvPr>
        </p:nvSpPr>
        <p:spPr/>
        <p:txBody>
          <a:bodyPr rtlCol="0"/>
          <a:lstStyle/>
          <a:p>
            <a:pPr rtl="0"/>
            <a:fld id="{F20E3E17-F14F-4B33-BB9A-F35E533AB708}" type="datetime1">
              <a:rPr lang="zh-CN" altLang="en-US" smtClean="0"/>
              <a:t>2025/3/25</a:t>
            </a:fld>
            <a:endParaRPr lang="en-US" dirty="0"/>
          </a:p>
        </p:txBody>
      </p:sp>
      <p:sp>
        <p:nvSpPr>
          <p:cNvPr id="8" name="页脚占位符 7"/>
          <p:cNvSpPr>
            <a:spLocks noGrp="1"/>
          </p:cNvSpPr>
          <p:nvPr>
            <p:ph type="ftr" sz="quarter" idx="11"/>
          </p:nvPr>
        </p:nvSpPr>
        <p:spPr/>
        <p:txBody>
          <a:bodyPr rtlCol="0"/>
          <a:lstStyle/>
          <a:p>
            <a:pPr rtl="0"/>
            <a:endParaRPr lang="zh-CN" altLang="en-US" noProof="0" dirty="0"/>
          </a:p>
        </p:txBody>
      </p:sp>
      <p:sp>
        <p:nvSpPr>
          <p:cNvPr id="9" name="灯片编号占位符 8"/>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5" name="图片 14"/>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rtlCol="0"/>
          <a:lstStyle/>
          <a:p>
            <a:pPr rtl="0"/>
            <a:fld id="{DEF29E20-40CA-4076-A63E-629668579597}" type="datetime1">
              <a:rPr lang="zh-CN" altLang="en-US" smtClean="0"/>
              <a:t>2025/3/25</a:t>
            </a:fld>
            <a:endParaRPr 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p>
            <a:pPr rtl="0"/>
            <a:fld id="{D57F1E4F-1CFF-5643-939E-217C01CDF565}" type="slidenum">
              <a:rPr lang="en-US" smtClean="0"/>
              <a:t>‹#›</a:t>
            </a:fld>
            <a:endParaRPr lang="en-US" dirty="0"/>
          </a:p>
        </p:txBody>
      </p:sp>
      <p:sp>
        <p:nvSpPr>
          <p:cNvPr id="7" name="长方形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标题 1"/>
          <p:cNvSpPr>
            <a:spLocks noGrp="1"/>
          </p:cNvSpPr>
          <p:nvPr>
            <p:ph type="title"/>
          </p:nvPr>
        </p:nvSpPr>
        <p:spPr>
          <a:xfrm>
            <a:off x="575894" y="729658"/>
            <a:ext cx="11029616" cy="988332"/>
          </a:xfrm>
        </p:spPr>
        <p:txBody>
          <a:bodyPr rtlCol="0"/>
          <a:lstStyle/>
          <a:p>
            <a:pPr rtl="0"/>
            <a:r>
              <a:rPr lang="zh-CN" altLang="en-US"/>
              <a:t>单击此处编辑母版标题样式</a:t>
            </a:r>
            <a:endParaRPr lang="en-US" dirty="0"/>
          </a:p>
        </p:txBody>
      </p:sp>
      <p:pic>
        <p:nvPicPr>
          <p:cNvPr id="14" name="图片 13"/>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p>
            <a:pPr rtl="0"/>
            <a:fld id="{681666FA-6BE5-48DD-9D44-2221F5CF0654}" type="datetime1">
              <a:rPr lang="zh-CN" altLang="en-US" smtClean="0"/>
              <a:t>2025/3/25</a:t>
            </a:fld>
            <a:endParaRPr 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p>
            <a:pPr rtl="0"/>
            <a:fld id="{D57F1E4F-1CFF-5643-939E-217C01CD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带标题的内容">
    <p:spTree>
      <p:nvGrpSpPr>
        <p:cNvPr id="1" name=""/>
        <p:cNvGrpSpPr/>
        <p:nvPr/>
      </p:nvGrpSpPr>
      <p:grpSpPr>
        <a:xfrm>
          <a:off x="0" y="0"/>
          <a:ext cx="0" cy="0"/>
          <a:chOff x="0" y="0"/>
          <a:chExt cx="0" cy="0"/>
        </a:xfrm>
      </p:grpSpPr>
      <p:sp>
        <p:nvSpPr>
          <p:cNvPr id="9" name="矩形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zh-CN" altLang="en-US"/>
              <a:t>单击此处编辑母版标题样式</a:t>
            </a:r>
            <a:endParaRPr lang="en-US" dirty="0"/>
          </a:p>
        </p:txBody>
      </p:sp>
      <p:sp>
        <p:nvSpPr>
          <p:cNvPr id="3" name="内容占位符 2"/>
          <p:cNvSpPr>
            <a:spLocks noGrp="1"/>
          </p:cNvSpPr>
          <p:nvPr>
            <p:ph idx="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文本占位符 3"/>
          <p:cNvSpPr>
            <a:spLocks noGrp="1"/>
          </p:cNvSpPr>
          <p:nvPr>
            <p:ph type="body" sz="half" idx="2"/>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p>
        </p:txBody>
      </p:sp>
      <p:sp>
        <p:nvSpPr>
          <p:cNvPr id="5" name="日期占位符 4"/>
          <p:cNvSpPr>
            <a:spLocks noGrp="1"/>
          </p:cNvSpPr>
          <p:nvPr>
            <p:ph type="dt" sz="half" idx="10"/>
          </p:nvPr>
        </p:nvSpPr>
        <p:spPr/>
        <p:txBody>
          <a:bodyPr rtlCol="0"/>
          <a:lstStyle>
            <a:lvl1pPr>
              <a:defRPr>
                <a:solidFill>
                  <a:schemeClr val="accent1">
                    <a:lumMod val="75000"/>
                    <a:lumOff val="25000"/>
                  </a:schemeClr>
                </a:solidFill>
              </a:defRPr>
            </a:lvl1pPr>
          </a:lstStyle>
          <a:p>
            <a:pPr rtl="0"/>
            <a:fld id="{A88D6F37-DAF3-4711-B0CF-E517C0EBEE12}" type="datetime1">
              <a:rPr lang="zh-CN" altLang="en-US" smtClean="0"/>
              <a:t>2025/3/25</a:t>
            </a:fld>
            <a:endParaRPr lang="en-US" dirty="0"/>
          </a:p>
        </p:txBody>
      </p:sp>
      <p:sp>
        <p:nvSpPr>
          <p:cNvPr id="6" name="页脚占位符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zh-CN" alt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带标题的图片">
    <p:spTree>
      <p:nvGrpSpPr>
        <p:cNvPr id="1" name=""/>
        <p:cNvGrpSpPr/>
        <p:nvPr/>
      </p:nvGrpSpPr>
      <p:grpSpPr>
        <a:xfrm>
          <a:off x="0" y="0"/>
          <a:ext cx="0" cy="0"/>
          <a:chOff x="0" y="0"/>
          <a:chExt cx="0" cy="0"/>
        </a:xfrm>
      </p:grpSpPr>
      <p:sp>
        <p:nvSpPr>
          <p:cNvPr id="2" name="标题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zh-CN" altLang="en-US"/>
              <a:t>单击此处编辑母版标题样式</a:t>
            </a:r>
            <a:endParaRPr lang="en-US" dirty="0"/>
          </a:p>
        </p:txBody>
      </p:sp>
      <p:sp>
        <p:nvSpPr>
          <p:cNvPr id="3" name="图片占位符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a:t>单击图标添加图片</a:t>
            </a:r>
            <a:endParaRPr lang="en-US"/>
          </a:p>
        </p:txBody>
      </p:sp>
      <p:sp>
        <p:nvSpPr>
          <p:cNvPr id="4" name="文本占位符 3"/>
          <p:cNvSpPr>
            <a:spLocks noGrp="1"/>
          </p:cNvSpPr>
          <p:nvPr>
            <p:ph type="body" sz="half" idx="2"/>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p>
        </p:txBody>
      </p:sp>
      <p:sp>
        <p:nvSpPr>
          <p:cNvPr id="5" name="日期占位符 4"/>
          <p:cNvSpPr>
            <a:spLocks noGrp="1"/>
          </p:cNvSpPr>
          <p:nvPr>
            <p:ph type="dt" sz="half" idx="10"/>
          </p:nvPr>
        </p:nvSpPr>
        <p:spPr/>
        <p:txBody>
          <a:bodyPr rtlCol="0"/>
          <a:lstStyle/>
          <a:p>
            <a:pPr rtl="0"/>
            <a:fld id="{EAEF714D-CDEC-4A62-B928-1473E0C461ED}" type="datetime1">
              <a:rPr lang="zh-CN" altLang="en-US" smtClean="0"/>
              <a:t>2025/3/25</a:t>
            </a:fld>
            <a:endParaRPr 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p>
            <a:pPr rtl="0"/>
            <a:fld id="{D57F1E4F-1CFF-5643-939E-217C01CD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8" name="矩形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标题 1"/>
          <p:cNvSpPr>
            <a:spLocks noGrp="1"/>
          </p:cNvSpPr>
          <p:nvPr>
            <p:ph type="title"/>
          </p:nvPr>
        </p:nvSpPr>
        <p:spPr>
          <a:xfrm>
            <a:off x="581192" y="702156"/>
            <a:ext cx="11029616" cy="1013800"/>
          </a:xfrm>
        </p:spPr>
        <p:txBody>
          <a:bodyPr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p:txBody>
          <a:bodyPr rtlCol="0"/>
          <a:lstStyle/>
          <a:p>
            <a:pPr rtl="0"/>
            <a:fld id="{ED9B87A8-1EAB-458E-AEB0-B95362887253}" type="datetime1">
              <a:rPr lang="zh-CN" altLang="en-US" smtClean="0"/>
              <a:t>2025/3/25</a:t>
            </a:fld>
            <a:endParaRPr 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1" name="图片 10"/>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标题与文本">
    <p:spTree>
      <p:nvGrpSpPr>
        <p:cNvPr id="1" name=""/>
        <p:cNvGrpSpPr/>
        <p:nvPr/>
      </p:nvGrpSpPr>
      <p:grpSpPr>
        <a:xfrm>
          <a:off x="0" y="0"/>
          <a:ext cx="0" cy="0"/>
          <a:chOff x="0" y="0"/>
          <a:chExt cx="0" cy="0"/>
        </a:xfrm>
      </p:grpSpPr>
      <p:sp>
        <p:nvSpPr>
          <p:cNvPr id="7" name="矩形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垂直标题 1"/>
          <p:cNvSpPr>
            <a:spLocks noGrp="1"/>
          </p:cNvSpPr>
          <p:nvPr>
            <p:ph type="title" orient="vert"/>
          </p:nvPr>
        </p:nvSpPr>
        <p:spPr>
          <a:xfrm>
            <a:off x="8839201" y="675726"/>
            <a:ext cx="2004164" cy="5183073"/>
          </a:xfrm>
        </p:spPr>
        <p:txBody>
          <a:bodyPr vert="eaVert"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a:xfrm>
            <a:off x="774923" y="675726"/>
            <a:ext cx="7896279" cy="5183073"/>
          </a:xfrm>
        </p:spPr>
        <p:txBody>
          <a:bodyPr vert="eaVert" rtlCol="0" anchor="t"/>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D6389FF3-696C-40BE-8139-C6DC043C8C6C}" type="datetime1">
              <a:rPr lang="zh-CN" altLang="en-US" smtClean="0"/>
              <a:t>2025/3/25</a:t>
            </a:fld>
            <a:endParaRPr lang="en-US" dirty="0"/>
          </a:p>
        </p:txBody>
      </p:sp>
      <p:sp>
        <p:nvSpPr>
          <p:cNvPr id="5" name="页脚占位符 4"/>
          <p:cNvSpPr>
            <a:spLocks noGrp="1"/>
          </p:cNvSpPr>
          <p:nvPr>
            <p:ph type="ftr" sz="quarter" idx="11"/>
          </p:nvPr>
        </p:nvSpPr>
        <p:spPr>
          <a:xfrm>
            <a:off x="774923" y="5951811"/>
            <a:ext cx="7896279" cy="365125"/>
          </a:xfrm>
        </p:spPr>
        <p:txBody>
          <a:bodyPr rtlCol="0"/>
          <a:lstStyle/>
          <a:p>
            <a:pPr rtl="0"/>
            <a:endParaRPr lang="zh-CN" altLang="en-US" noProof="0" dirty="0"/>
          </a:p>
        </p:txBody>
      </p:sp>
      <p:sp>
        <p:nvSpPr>
          <p:cNvPr id="6" name="幻灯片编号占位符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垂直标题与文本">
    <p:spTree>
      <p:nvGrpSpPr>
        <p:cNvPr id="1" name=""/>
        <p:cNvGrpSpPr/>
        <p:nvPr/>
      </p:nvGrpSpPr>
      <p:grpSpPr>
        <a:xfrm>
          <a:off x="0" y="0"/>
          <a:ext cx="0" cy="0"/>
          <a:chOff x="0" y="0"/>
          <a:chExt cx="0" cy="0"/>
        </a:xfrm>
      </p:grpSpPr>
      <p:pic>
        <p:nvPicPr>
          <p:cNvPr id="8" name="图片 7"/>
          <p:cNvPicPr>
            <a:picLocks noChangeAspect="1"/>
          </p:cNvPicPr>
          <p:nvPr userDrawn="1"/>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rightnessContrast bright="10000" contrast="30000"/>
                    </a14:imgEffect>
                    <a14:imgEffect>
                      <a14:colorTemperature colorTemp="8800"/>
                    </a14:imgEffect>
                    <a14:imgEffect>
                      <a14:saturation sat="33000"/>
                    </a14:imgEffect>
                  </a14:imgLayer>
                </a14:imgProps>
              </a:ext>
            </a:extLst>
          </a:blip>
          <a:srcRect l="1" r="230"/>
          <a:stretch>
            <a:fillRect/>
          </a:stretch>
        </p:blipFill>
        <p:spPr>
          <a:xfrm>
            <a:off x="446533" y="734134"/>
            <a:ext cx="10050914" cy="5666666"/>
          </a:xfrm>
          <a:prstGeom prst="rect">
            <a:avLst/>
          </a:prstGeom>
          <a:noFill/>
        </p:spPr>
      </p:pic>
      <p:sp>
        <p:nvSpPr>
          <p:cNvPr id="7" name="矩形 6"/>
          <p:cNvSpPr>
            <a:spLocks noChangeAspect="1"/>
          </p:cNvSpPr>
          <p:nvPr/>
        </p:nvSpPr>
        <p:spPr>
          <a:xfrm>
            <a:off x="8838650" y="734133"/>
            <a:ext cx="2906817" cy="5679949"/>
          </a:xfrm>
          <a:prstGeom prst="rect">
            <a:avLst/>
          </a:prstGeom>
          <a:gradFill>
            <a:gsLst>
              <a:gs pos="50000">
                <a:srgbClr val="1A3260"/>
              </a:gs>
              <a:gs pos="0">
                <a:schemeClr val="accent1">
                  <a:alpha val="0"/>
                </a:schemeClr>
              </a:gs>
              <a:gs pos="100000">
                <a:schemeClr val="accent1"/>
              </a:gs>
            </a:gsLst>
            <a:lin ang="0" scaled="1"/>
          </a:gradFill>
          <a:ln>
            <a:noFill/>
          </a:ln>
          <a:effectLst/>
        </p:spPr>
        <p:style>
          <a:lnRef idx="1">
            <a:schemeClr val="accent1"/>
          </a:lnRef>
          <a:fillRef idx="3">
            <a:schemeClr val="accent1"/>
          </a:fillRef>
          <a:effectRef idx="2">
            <a:schemeClr val="accent1"/>
          </a:effectRef>
          <a:fontRef idx="minor">
            <a:schemeClr val="lt1"/>
          </a:fontRef>
        </p:style>
      </p:sp>
      <p:sp>
        <p:nvSpPr>
          <p:cNvPr id="4" name="日期占位符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CA964671-51AB-4679-97BB-A5767C65AB0C}" type="datetime1">
              <a:rPr lang="zh-CN" altLang="en-US" smtClean="0"/>
              <a:t>2025/3/25</a:t>
            </a:fld>
            <a:endParaRPr lang="en-US" dirty="0"/>
          </a:p>
        </p:txBody>
      </p:sp>
      <p:sp>
        <p:nvSpPr>
          <p:cNvPr id="5" name="页脚占位符 4"/>
          <p:cNvSpPr>
            <a:spLocks noGrp="1"/>
          </p:cNvSpPr>
          <p:nvPr>
            <p:ph type="ftr" sz="quarter" idx="11"/>
          </p:nvPr>
        </p:nvSpPr>
        <p:spPr>
          <a:xfrm>
            <a:off x="774923" y="5951811"/>
            <a:ext cx="7896279" cy="365125"/>
          </a:xfrm>
        </p:spPr>
        <p:txBody>
          <a:bodyPr rtlCol="0"/>
          <a:lstStyle/>
          <a:p>
            <a:pPr rtl="0"/>
            <a:endParaRPr lang="zh-CN" altLang="en-US" noProof="0" dirty="0"/>
          </a:p>
        </p:txBody>
      </p:sp>
      <p:sp>
        <p:nvSpPr>
          <p:cNvPr id="9" name="标题 1"/>
          <p:cNvSpPr txBox="1"/>
          <p:nvPr userDrawn="1"/>
        </p:nvSpPr>
        <p:spPr>
          <a:xfrm>
            <a:off x="8353019" y="2416478"/>
            <a:ext cx="3081576" cy="935915"/>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zh-CN" altLang="en-US" sz="4800" dirty="0">
                <a:solidFill>
                  <a:srgbClr val="FFFFFF"/>
                </a:solidFill>
              </a:rPr>
              <a:t>感谢观看</a:t>
            </a:r>
            <a:endParaRPr lang="en-US" sz="4800" dirty="0">
              <a:solidFill>
                <a:srgbClr val="FFFFFF"/>
              </a:solidFill>
            </a:endParaRPr>
          </a:p>
        </p:txBody>
      </p:sp>
      <p:pic>
        <p:nvPicPr>
          <p:cNvPr id="10" name="图片 9"/>
          <p:cNvPicPr>
            <a:picLocks noChangeAspect="1"/>
          </p:cNvPicPr>
          <p:nvPr userDrawn="1"/>
        </p:nvPicPr>
        <p:blipFill>
          <a:blip r:embed="rId4"/>
          <a:stretch>
            <a:fillRect/>
          </a:stretch>
        </p:blipFill>
        <p:spPr>
          <a:xfrm>
            <a:off x="8097723" y="3695796"/>
            <a:ext cx="3592168" cy="62612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n-US"/>
              <a:t>单击此处编辑母版标题样式</a:t>
            </a:r>
            <a:endParaRPr lang="en-US" dirty="0"/>
          </a:p>
        </p:txBody>
      </p:sp>
      <p:sp>
        <p:nvSpPr>
          <p:cNvPr id="3" name="文本占位符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n-US"/>
              <a:t>编辑母版文本样式</a:t>
            </a:r>
          </a:p>
          <a:p>
            <a:pPr lvl="1" rtl="0"/>
            <a:r>
              <a:rPr lang="en-US"/>
              <a:t>第二级</a:t>
            </a:r>
          </a:p>
          <a:p>
            <a:pPr lvl="2" rtl="0"/>
            <a:r>
              <a:rPr lang="en-US"/>
              <a:t>第三级</a:t>
            </a:r>
          </a:p>
          <a:p>
            <a:pPr lvl="3" rtl="0"/>
            <a:r>
              <a:rPr lang="en-US"/>
              <a:t>第四级</a:t>
            </a:r>
          </a:p>
          <a:p>
            <a:pPr lvl="4" rtl="0"/>
            <a:r>
              <a:rPr lang="en-US"/>
              <a:t>第五级</a:t>
            </a:r>
            <a:endParaRPr lang="en-US" dirty="0"/>
          </a:p>
        </p:txBody>
      </p:sp>
      <p:sp>
        <p:nvSpPr>
          <p:cNvPr id="4" name="日期占位符 3"/>
          <p:cNvSpPr>
            <a:spLocks noGrp="1"/>
          </p:cNvSpPr>
          <p:nvPr>
            <p:ph type="dt" sz="half" idx="2"/>
          </p:nvPr>
        </p:nvSpPr>
        <p:spPr>
          <a:xfrm>
            <a:off x="7605951" y="6296959"/>
            <a:ext cx="2844799" cy="365125"/>
          </a:xfrm>
          <a:prstGeom prst="rect">
            <a:avLst/>
          </a:prstGeom>
        </p:spPr>
        <p:txBody>
          <a:bodyPr vert="horz" lIns="91440" tIns="45720" rIns="91440" bIns="45720" rtlCol="0" anchor="ctr"/>
          <a:lstStyle>
            <a:lvl1pPr algn="r">
              <a:defRPr sz="900">
                <a:solidFill>
                  <a:schemeClr val="accent2"/>
                </a:solidFill>
                <a:latin typeface="Microsoft YaHei UI" panose="020B0503020204020204" pitchFamily="34" charset="-122"/>
                <a:ea typeface="Microsoft YaHei UI" panose="020B0503020204020204" pitchFamily="34" charset="-122"/>
              </a:defRPr>
            </a:lvl1pPr>
          </a:lstStyle>
          <a:p>
            <a:fld id="{E6919CB4-F61F-4504-B693-1C4E320BF5D6}" type="datetime1">
              <a:rPr lang="zh-CN" altLang="en-US" smtClean="0"/>
              <a:t>2025/3/25</a:t>
            </a:fld>
            <a:endParaRPr lang="en-US" dirty="0"/>
          </a:p>
        </p:txBody>
      </p:sp>
      <p:sp>
        <p:nvSpPr>
          <p:cNvPr id="5" name="页脚占位符 4"/>
          <p:cNvSpPr>
            <a:spLocks noGrp="1"/>
          </p:cNvSpPr>
          <p:nvPr>
            <p:ph type="ftr" sz="quarter" idx="3"/>
          </p:nvPr>
        </p:nvSpPr>
        <p:spPr>
          <a:xfrm>
            <a:off x="581192" y="6292633"/>
            <a:ext cx="6917210" cy="365125"/>
          </a:xfrm>
          <a:prstGeom prst="rect">
            <a:avLst/>
          </a:prstGeom>
        </p:spPr>
        <p:txBody>
          <a:bodyPr vert="horz" lIns="91440" tIns="45720" rIns="91440" bIns="45720" rtlCol="0" anchor="ctr"/>
          <a:lstStyle>
            <a:lvl1pPr algn="l">
              <a:defRPr sz="900" cap="all">
                <a:solidFill>
                  <a:schemeClr val="accent2"/>
                </a:solidFill>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10558300" y="6296959"/>
            <a:ext cx="1052510" cy="365125"/>
          </a:xfrm>
          <a:prstGeom prst="rect">
            <a:avLst/>
          </a:prstGeom>
        </p:spPr>
        <p:txBody>
          <a:bodyPr vert="horz" lIns="91440" tIns="45720" rIns="91440" bIns="45720" rtlCol="0" anchor="ctr"/>
          <a:lstStyle>
            <a:lvl1pPr algn="r">
              <a:defRPr sz="900">
                <a:solidFill>
                  <a:schemeClr val="accent2"/>
                </a:solidFill>
                <a:latin typeface="Microsoft YaHei UI" panose="020B0503020204020204" pitchFamily="34" charset="-122"/>
                <a:ea typeface="Microsoft YaHei UI" panose="020B0503020204020204" pitchFamily="34" charset="-122"/>
              </a:defRPr>
            </a:lvl1pPr>
          </a:lstStyle>
          <a:p>
            <a:fld id="{D57F1E4F-1CFF-5643-939E-217C01CDF565}" type="slidenum">
              <a:rPr lang="en-US" smtClean="0"/>
              <a:t>‹#›</a:t>
            </a:fld>
            <a:endParaRPr lang="en-US" dirty="0"/>
          </a:p>
        </p:txBody>
      </p:sp>
      <p:sp>
        <p:nvSpPr>
          <p:cNvPr id="9" name="矩形 8"/>
          <p:cNvSpPr/>
          <p:nvPr/>
        </p:nvSpPr>
        <p:spPr>
          <a:xfrm>
            <a:off x="446534" y="249384"/>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矩形 9"/>
          <p:cNvSpPr/>
          <p:nvPr/>
        </p:nvSpPr>
        <p:spPr>
          <a:xfrm>
            <a:off x="8042147" y="245827"/>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矩形 10"/>
          <p:cNvSpPr/>
          <p:nvPr/>
        </p:nvSpPr>
        <p:spPr>
          <a:xfrm>
            <a:off x="4241830" y="249384"/>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457200" rtl="0" eaLnBrk="1" latinLnBrk="0" hangingPunct="1">
        <a:spcBef>
          <a:spcPct val="0"/>
        </a:spcBef>
        <a:buNone/>
        <a:defRPr sz="2800" b="0" kern="1200" cap="all">
          <a:solidFill>
            <a:schemeClr val="bg1"/>
          </a:solidFill>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icrosoft YaHei UI" panose="020B0503020204020204" pitchFamily="34" charset="-122"/>
          <a:ea typeface="Microsoft YaHei UI" panose="020B0503020204020204" pitchFamily="34" charset="-122"/>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icrosoft YaHei UI" panose="020B0503020204020204" pitchFamily="34" charset="-122"/>
          <a:ea typeface="Microsoft YaHei UI" panose="020B0503020204020204" pitchFamily="34" charset="-122"/>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icrosoft YaHei UI" panose="020B0503020204020204" pitchFamily="34" charset="-122"/>
          <a:ea typeface="Microsoft YaHei UI" panose="020B0503020204020204" pitchFamily="34" charset="-122"/>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icrosoft YaHei UI" panose="020B0503020204020204" pitchFamily="34" charset="-122"/>
          <a:ea typeface="Microsoft YaHei UI" panose="020B0503020204020204" pitchFamily="34" charset="-122"/>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icrosoft YaHei UI" panose="020B0503020204020204" pitchFamily="34" charset="-122"/>
          <a:ea typeface="Microsoft YaHei UI" panose="020B0503020204020204" pitchFamily="34" charset="-122"/>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www.yuque.com/addisionharry/technologycompetition/gimbalctrllerdesign"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descr="数字连接"/>
          <p:cNvPicPr>
            <a:picLocks noChangeAspect="1"/>
          </p:cNvPicPr>
          <p:nvPr/>
        </p:nvPicPr>
        <p:blipFill rotWithShape="1">
          <a:blip r:embed="rId3" cstate="screen"/>
          <a:srcRect l="13265" t="9091" r="3502" b="-1"/>
          <a:stretch>
            <a:fillRect/>
          </a:stretch>
        </p:blipFill>
        <p:spPr>
          <a:xfrm>
            <a:off x="20" y="10"/>
            <a:ext cx="12191980" cy="6857990"/>
          </a:xfrm>
          <a:prstGeom prst="rect">
            <a:avLst/>
          </a:prstGeom>
        </p:spPr>
      </p:pic>
      <p:sp>
        <p:nvSpPr>
          <p:cNvPr id="22" name="矩形 21"/>
          <p:cNvSpPr>
            <a:spLocks noGrp="1" noRot="1" noChangeAspect="1" noMove="1" noResize="1" noEditPoints="1" noAdjustHandles="1" noChangeArrowheads="1" noChangeShapeType="1" noTextEdit="1"/>
          </p:cNvSpPr>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标题 1"/>
          <p:cNvSpPr>
            <a:spLocks noGrp="1"/>
          </p:cNvSpPr>
          <p:nvPr>
            <p:ph type="ctrTitle"/>
          </p:nvPr>
        </p:nvSpPr>
        <p:spPr>
          <a:xfrm>
            <a:off x="482601" y="4461097"/>
            <a:ext cx="10993549" cy="1851026"/>
          </a:xfrm>
        </p:spPr>
        <p:txBody>
          <a:bodyPr rtlCol="0" anchor="t">
            <a:noAutofit/>
          </a:bodyPr>
          <a:lstStyle/>
          <a:p>
            <a:pPr rtl="0">
              <a:lnSpc>
                <a:spcPct val="120000"/>
              </a:lnSpc>
            </a:pPr>
            <a:r>
              <a:rPr lang="en-US" altLang="zh-CN" sz="5400" cap="none" dirty="0">
                <a:solidFill>
                  <a:schemeClr val="bg1"/>
                </a:solidFill>
                <a:latin typeface="Microsoft YaHei UI" panose="020B0503020204020204" pitchFamily="34" charset="-122"/>
                <a:ea typeface="Microsoft YaHei UI" panose="020B0503020204020204" pitchFamily="34" charset="-122"/>
              </a:rPr>
              <a:t>6.8 </a:t>
            </a:r>
            <a:r>
              <a:rPr lang="zh-CN" altLang="en-US" sz="5400" cap="none" dirty="0">
                <a:solidFill>
                  <a:schemeClr val="bg1"/>
                </a:solidFill>
                <a:latin typeface="Microsoft YaHei UI" panose="020B0503020204020204" pitchFamily="34" charset="-122"/>
                <a:ea typeface="Microsoft YaHei UI" panose="020B0503020204020204" pitchFamily="34" charset="-122"/>
              </a:rPr>
              <a:t>总结与致谢</a:t>
            </a:r>
          </a:p>
        </p:txBody>
      </p:sp>
      <p:pic>
        <p:nvPicPr>
          <p:cNvPr id="16" name="图片 15"/>
          <p:cNvPicPr>
            <a:picLocks noChangeAspect="1"/>
          </p:cNvPicPr>
          <p:nvPr/>
        </p:nvPicPr>
        <p:blipFill>
          <a:blip r:embed="rId4"/>
          <a:stretch>
            <a:fillRect/>
          </a:stretch>
        </p:blipFill>
        <p:spPr>
          <a:xfrm>
            <a:off x="6950679" y="300388"/>
            <a:ext cx="4974997" cy="867156"/>
          </a:xfrm>
          <a:prstGeom prst="rect">
            <a:avLst/>
          </a:prstGeom>
        </p:spPr>
      </p:pic>
      <p:sp>
        <p:nvSpPr>
          <p:cNvPr id="12" name="副标题 2"/>
          <p:cNvSpPr txBox="1"/>
          <p:nvPr/>
        </p:nvSpPr>
        <p:spPr>
          <a:xfrm>
            <a:off x="6950679" y="5592632"/>
            <a:ext cx="4642095" cy="635473"/>
          </a:xfrm>
          <a:prstGeom prst="rect">
            <a:avLst/>
          </a:prstGeom>
        </p:spPr>
        <p:txBody>
          <a:bodyPr vert="horz" lIns="91440" tIns="45720" rIns="91440" bIns="45720" rtlCol="0" anchor="t">
            <a:normAutofit fontScale="92500"/>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icrosoft YaHei UI" panose="020B0503020204020204" pitchFamily="34" charset="-122"/>
                <a:ea typeface="Microsoft YaHei UI" panose="020B0503020204020204" pitchFamily="34" charset="-122"/>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icrosoft YaHei UI" panose="020B0503020204020204" pitchFamily="34" charset="-122"/>
                <a:ea typeface="Microsoft YaHei UI" panose="020B0503020204020204" pitchFamily="34" charset="-122"/>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icrosoft YaHei UI" panose="020B0503020204020204" pitchFamily="34" charset="-122"/>
                <a:ea typeface="Microsoft YaHei UI" panose="020B0503020204020204" pitchFamily="34" charset="-122"/>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r"/>
            <a:r>
              <a:rPr lang="en-US" altLang="zh-CN" sz="3200" cap="none" dirty="0" err="1">
                <a:solidFill>
                  <a:schemeClr val="bg1"/>
                </a:solidFill>
              </a:rPr>
              <a:t>RoboWalker</a:t>
            </a:r>
            <a:r>
              <a:rPr lang="en-US" altLang="zh-CN" sz="3200" cap="none" dirty="0">
                <a:solidFill>
                  <a:schemeClr val="bg1"/>
                </a:solidFill>
              </a:rPr>
              <a:t> | </a:t>
            </a:r>
            <a:r>
              <a:rPr lang="en-US" altLang="zh-CN" sz="3200" cap="none" dirty="0" err="1">
                <a:solidFill>
                  <a:schemeClr val="bg1"/>
                </a:solidFill>
              </a:rPr>
              <a:t>Yssickjgd</a:t>
            </a:r>
            <a:endParaRPr lang="en-US" sz="4000" cap="none"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zh-CN" altLang="en-US" sz="4000" cap="none" dirty="0"/>
              <a:t>目录</a:t>
            </a:r>
          </a:p>
        </p:txBody>
      </p:sp>
      <p:sp>
        <p:nvSpPr>
          <p:cNvPr id="5" name="文本框 4"/>
          <p:cNvSpPr txBox="1"/>
          <p:nvPr/>
        </p:nvSpPr>
        <p:spPr>
          <a:xfrm>
            <a:off x="581192" y="1550046"/>
            <a:ext cx="11029616" cy="1719060"/>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回顾</a:t>
            </a:r>
            <a:endParaRPr lang="en-US" altLang="zh-CN" sz="28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展望</a:t>
            </a:r>
            <a:endParaRPr lang="en-US" altLang="zh-CN" sz="28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致谢</a:t>
            </a:r>
            <a:endParaRPr lang="en-US" altLang="zh-CN" sz="28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582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cap="none" dirty="0"/>
              <a:t>回顾</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454099"/>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这一章节，我们调了云台，我们回顾一下</a:t>
            </a:r>
            <a:endParaRPr lang="en-US" altLang="zh-CN" sz="20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20077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cap="none" dirty="0"/>
              <a:t>回顾</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4826771"/>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云台的解算</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要开始控制云台跟随视角</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发现响应要么慢要么震荡</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分析得出电机本身角速度反馈值奇差的结论</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进一步使用陀螺仪来取代云台电机角速度的反馈值</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角度开环控制</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发现云台位控需要调参数量太多，而且动不动超调</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分析得出是电机存在角度环的问题</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进一步考虑在一般情况下使用速控云台取代位控云台，提升手感</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云台的控制信号前馈</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发现位控模式还得在一些情况下使用，但仍旧容易超调，影响操作手手感</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分析得出是系统有一些已知的前馈，但我们没加，加了能提升不少性能</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进一步采用了遥控器和键鼠控制信号加到了位控模式下角速度前馈的方法</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云台自稳</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发现上坡、减速带等场景下云台的转轴，尤其是</a:t>
            </a:r>
            <a:r>
              <a:rPr lang="en-US" altLang="zh-CN" sz="1400" dirty="0">
                <a:latin typeface="Microsoft YaHei UI" panose="020B0503020204020204" pitchFamily="34" charset="-122"/>
                <a:ea typeface="Microsoft YaHei UI" panose="020B0503020204020204" pitchFamily="34" charset="-122"/>
              </a:rPr>
              <a:t>Pitch</a:t>
            </a:r>
            <a:r>
              <a:rPr lang="zh-CN" altLang="en-US" sz="1400" dirty="0">
                <a:latin typeface="Microsoft YaHei UI" panose="020B0503020204020204" pitchFamily="34" charset="-122"/>
                <a:ea typeface="Microsoft YaHei UI" panose="020B0503020204020204" pitchFamily="34" charset="-122"/>
              </a:rPr>
              <a:t>容易抖动</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分析得出是底盘角速度造成的连带影响</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进一步采用了依照底盘的角速度而引入云台电机角速度前馈与角度目标值修改的方法</a:t>
            </a:r>
            <a:endParaRPr lang="en-US" altLang="zh-CN" sz="14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1897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cap="none" dirty="0"/>
              <a:t>回顾</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2306081"/>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云台的重力补偿</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发现云台</a:t>
            </a:r>
            <a:r>
              <a:rPr lang="en-US" altLang="zh-CN" sz="1400" dirty="0">
                <a:latin typeface="Microsoft YaHei UI" panose="020B0503020204020204" pitchFamily="34" charset="-122"/>
                <a:ea typeface="Microsoft YaHei UI" panose="020B0503020204020204" pitchFamily="34" charset="-122"/>
              </a:rPr>
              <a:t>Pitch</a:t>
            </a:r>
            <a:r>
              <a:rPr lang="zh-CN" altLang="en-US" sz="1400" dirty="0">
                <a:latin typeface="Microsoft YaHei UI" panose="020B0503020204020204" pitchFamily="34" charset="-122"/>
                <a:ea typeface="Microsoft YaHei UI" panose="020B0503020204020204" pitchFamily="34" charset="-122"/>
              </a:rPr>
              <a:t>在不同位置的</a:t>
            </a:r>
            <a:r>
              <a:rPr lang="en-US" altLang="zh-CN" sz="1400" dirty="0">
                <a:latin typeface="Microsoft YaHei UI" panose="020B0503020204020204" pitchFamily="34" charset="-122"/>
                <a:ea typeface="Microsoft YaHei UI" panose="020B0503020204020204" pitchFamily="34" charset="-122"/>
              </a:rPr>
              <a:t>PID</a:t>
            </a:r>
            <a:r>
              <a:rPr lang="zh-CN" altLang="en-US" sz="1400" dirty="0">
                <a:latin typeface="Microsoft YaHei UI" panose="020B0503020204020204" pitchFamily="34" charset="-122"/>
                <a:ea typeface="Microsoft YaHei UI" panose="020B0503020204020204" pitchFamily="34" charset="-122"/>
              </a:rPr>
              <a:t>性能差异较大</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分析得出是云台本身的</a:t>
            </a:r>
            <a:r>
              <a:rPr lang="en-US" altLang="zh-CN" sz="1400" dirty="0">
                <a:latin typeface="Microsoft YaHei UI" panose="020B0503020204020204" pitchFamily="34" charset="-122"/>
                <a:ea typeface="Microsoft YaHei UI" panose="020B0503020204020204" pitchFamily="34" charset="-122"/>
              </a:rPr>
              <a:t>Pitch</a:t>
            </a:r>
            <a:r>
              <a:rPr lang="zh-CN" altLang="en-US" sz="1400" dirty="0">
                <a:latin typeface="Microsoft YaHei UI" panose="020B0503020204020204" pitchFamily="34" charset="-122"/>
                <a:ea typeface="Microsoft YaHei UI" panose="020B0503020204020204" pitchFamily="34" charset="-122"/>
              </a:rPr>
              <a:t>轴是非线性的，不同位置需要输出不同的力矩来平衡重力</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进一步采用了重力补偿的策略</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阻力补偿加速度补偿按需使用即可</a:t>
            </a:r>
            <a:endParaRPr lang="en-US" altLang="zh-CN" sz="1400" dirty="0">
              <a:latin typeface="Microsoft YaHei UI" panose="020B0503020204020204" pitchFamily="34" charset="-122"/>
              <a:ea typeface="Microsoft YaHei UI" panose="020B0503020204020204" pitchFamily="34" charset="-122"/>
            </a:endParaRPr>
          </a:p>
          <a:p>
            <a:pPr marL="1200150" lvl="2"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阻力补偿对于丝滑云台一般不需要用</a:t>
            </a:r>
            <a:endParaRPr lang="en-US" altLang="zh-CN" sz="1400" dirty="0">
              <a:latin typeface="Microsoft YaHei UI" panose="020B0503020204020204" pitchFamily="34" charset="-122"/>
              <a:ea typeface="Microsoft YaHei UI" panose="020B0503020204020204" pitchFamily="34" charset="-122"/>
            </a:endParaRPr>
          </a:p>
          <a:p>
            <a:pPr marL="1200150" lvl="2"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加速度补偿在步兵电控中也不算是特别必须的事情，一般在机械臂上用的较多，且已有现成的上位机操作库可供调用</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为了实现一些战术目的，有很多异构云台出现，我们也做了一些适配算法的简介</a:t>
            </a:r>
            <a:endParaRPr lang="en-US" altLang="zh-CN" sz="14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582454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 </a:t>
            </a:r>
            <a:r>
              <a:rPr lang="zh-CN" altLang="en-US" sz="4000" cap="none" dirty="0"/>
              <a:t>展望</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1185774"/>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下面的一个章节，我们来调发射机构</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这应该是</a:t>
            </a:r>
            <a:r>
              <a:rPr lang="en-US" altLang="zh-CN" sz="1400" dirty="0">
                <a:latin typeface="Microsoft YaHei UI" panose="020B0503020204020204" pitchFamily="34" charset="-122"/>
                <a:ea typeface="Microsoft YaHei UI" panose="020B0503020204020204" pitchFamily="34" charset="-122"/>
              </a:rPr>
              <a:t>RM</a:t>
            </a:r>
            <a:r>
              <a:rPr lang="zh-CN" altLang="en-US" sz="1400" dirty="0">
                <a:latin typeface="Microsoft YaHei UI" panose="020B0503020204020204" pitchFamily="34" charset="-122"/>
                <a:ea typeface="Microsoft YaHei UI" panose="020B0503020204020204" pitchFamily="34" charset="-122"/>
              </a:rPr>
              <a:t>步兵里面最后一个大模块了，调完发射机构，我们将介绍一点其它的内容，敬请期待</a:t>
            </a:r>
            <a:endParaRPr lang="en-US" altLang="zh-CN" sz="14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251986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 </a:t>
            </a:r>
            <a:r>
              <a:rPr lang="zh-CN" altLang="en-US" sz="4000" cap="none" dirty="0"/>
              <a:t>致谢</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471076"/>
            <a:ext cx="11029616" cy="3146311"/>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排名不分先后</a:t>
            </a:r>
            <a:r>
              <a:rPr lang="zh-CN" altLang="en-US" sz="1400" strike="sngStrike" dirty="0">
                <a:latin typeface="Microsoft YaHei UI" panose="020B0503020204020204" pitchFamily="34" charset="-122"/>
                <a:ea typeface="Microsoft YaHei UI" panose="020B0503020204020204" pitchFamily="34" charset="-122"/>
              </a:rPr>
              <a:t>，想到啥写啥</a:t>
            </a:r>
            <a:endParaRPr lang="en-US" altLang="zh-CN" sz="1400" strike="sngStrike"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哈工大威海</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李赫</a:t>
            </a:r>
            <a:r>
              <a:rPr lang="en-US" altLang="zh-CN" sz="1400" dirty="0">
                <a:latin typeface="Microsoft YaHei UI" panose="020B0503020204020204" pitchFamily="34" charset="-122"/>
                <a:ea typeface="Microsoft YaHei UI" panose="020B0503020204020204" pitchFamily="34" charset="-122"/>
              </a:rPr>
              <a:t>】</a:t>
            </a: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针对</a:t>
            </a:r>
            <a:r>
              <a:rPr lang="zh-CN" altLang="en-US" sz="1400" dirty="0">
                <a:highlight>
                  <a:srgbClr val="FFFF00"/>
                </a:highlight>
                <a:latin typeface="Microsoft YaHei UI" panose="020B0503020204020204" pitchFamily="34" charset="-122"/>
                <a:ea typeface="Microsoft YaHei UI" panose="020B0503020204020204" pitchFamily="34" charset="-122"/>
              </a:rPr>
              <a:t>欧拉角与旋转矩阵</a:t>
            </a:r>
            <a:r>
              <a:rPr lang="zh-CN" altLang="en-US" sz="1400" dirty="0">
                <a:latin typeface="Microsoft YaHei UI" panose="020B0503020204020204" pitchFamily="34" charset="-122"/>
                <a:ea typeface="Microsoft YaHei UI" panose="020B0503020204020204" pitchFamily="34" charset="-122"/>
              </a:rPr>
              <a:t>相关内容，以及在</a:t>
            </a:r>
            <a:r>
              <a:rPr lang="zh-CN" altLang="en-US" sz="1400" dirty="0">
                <a:highlight>
                  <a:srgbClr val="FFFF00"/>
                </a:highlight>
                <a:latin typeface="Microsoft YaHei UI" panose="020B0503020204020204" pitchFamily="34" charset="-122"/>
                <a:ea typeface="Microsoft YaHei UI" panose="020B0503020204020204" pitchFamily="34" charset="-122"/>
              </a:rPr>
              <a:t>云台动力学建模控制</a:t>
            </a:r>
            <a:r>
              <a:rPr lang="zh-CN" altLang="en-US" sz="1400" dirty="0">
                <a:latin typeface="Microsoft YaHei UI" panose="020B0503020204020204" pitchFamily="34" charset="-122"/>
                <a:ea typeface="Microsoft YaHei UI" panose="020B0503020204020204" pitchFamily="34" charset="-122"/>
              </a:rPr>
              <a:t>方面，我们进行了极多的深入浅出的讨论，并交换了很多意见</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下面是赫神的云台控制的大作，拜读许久，敬仰之意油然而生</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en-US" altLang="zh-CN" sz="1400" dirty="0">
                <a:latin typeface="Microsoft YaHei UI" panose="020B0503020204020204" pitchFamily="34" charset="-122"/>
                <a:ea typeface="Microsoft YaHei UI" panose="020B0503020204020204" pitchFamily="34" charset="-122"/>
                <a:hlinkClick r:id="rId3"/>
              </a:rPr>
              <a:t>https://www.yuque.com/addisionharry/technologycompetition/gimbalctrllerdesign</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赫神会带我的！</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南航</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王英旭</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福大</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刘均豪</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广工商</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李林洋</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等</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对教程进行细致学习，并提出了诸多宝贵意见</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某些问题</a:t>
            </a:r>
            <a:r>
              <a:rPr lang="zh-CN" altLang="en-US" sz="1400" dirty="0">
                <a:highlight>
                  <a:srgbClr val="FFFF00"/>
                </a:highlight>
                <a:latin typeface="Microsoft YaHei UI" panose="020B0503020204020204" pitchFamily="34" charset="-122"/>
                <a:ea typeface="Microsoft YaHei UI" panose="020B0503020204020204" pitchFamily="34" charset="-122"/>
              </a:rPr>
              <a:t>对后续教程的制作与修订起到了一定的指导性作用</a:t>
            </a:r>
            <a:endParaRPr lang="en-US" altLang="zh-CN" sz="1400" dirty="0">
              <a:highlight>
                <a:srgbClr val="FFFF00"/>
              </a:highlight>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597720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 </a:t>
            </a:r>
            <a:r>
              <a:rPr lang="zh-CN" altLang="en-US" sz="4000" cap="none" dirty="0"/>
              <a:t>致谢</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471076"/>
            <a:ext cx="11029616" cy="5386924"/>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排名不分先后</a:t>
            </a:r>
            <a:r>
              <a:rPr lang="zh-CN" altLang="en-US" sz="1400" strike="sngStrike" dirty="0">
                <a:latin typeface="Microsoft YaHei UI" panose="020B0503020204020204" pitchFamily="34" charset="-122"/>
                <a:ea typeface="Microsoft YaHei UI" panose="020B0503020204020204" pitchFamily="34" charset="-122"/>
              </a:rPr>
              <a:t>，想到啥写啥</a:t>
            </a:r>
            <a:endParaRPr lang="en-US" altLang="zh-CN" sz="1400" strike="sngStrike" dirty="0">
              <a:latin typeface="Microsoft YaHei UI" panose="020B0503020204020204" pitchFamily="34" charset="-122"/>
              <a:ea typeface="Microsoft YaHei UI" panose="020B0503020204020204" pitchFamily="34" charset="-122"/>
            </a:endParaRPr>
          </a:p>
          <a:p>
            <a:pPr lvl="1">
              <a:lnSpc>
                <a:spcPct val="130000"/>
              </a:lnSpc>
            </a:pP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en-US" altLang="zh-CN" sz="1400" dirty="0">
                <a:latin typeface="Microsoft YaHei UI" panose="020B0503020204020204" pitchFamily="34" charset="-122"/>
                <a:ea typeface="Microsoft YaHei UI" panose="020B0503020204020204" pitchFamily="34" charset="-122"/>
              </a:rPr>
              <a:t>【24</a:t>
            </a:r>
            <a:r>
              <a:rPr lang="zh-CN" altLang="en-US" sz="1400" dirty="0">
                <a:latin typeface="Microsoft YaHei UI" panose="020B0503020204020204" pitchFamily="34" charset="-122"/>
                <a:ea typeface="Microsoft YaHei UI" panose="020B0503020204020204" pitchFamily="34" charset="-122"/>
              </a:rPr>
              <a:t>赛季电控组组长</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工程科学学院</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薛佳龙</a:t>
            </a:r>
            <a:r>
              <a:rPr lang="en-US" altLang="zh-CN" sz="1400" dirty="0">
                <a:latin typeface="Microsoft YaHei UI" panose="020B0503020204020204" pitchFamily="34" charset="-122"/>
                <a:ea typeface="Microsoft YaHei UI" panose="020B0503020204020204" pitchFamily="34" charset="-122"/>
              </a:rPr>
              <a:t>】</a:t>
            </a: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工程机器人研发代表，</a:t>
            </a:r>
            <a:r>
              <a:rPr lang="zh-CN" altLang="en-US" sz="1400" dirty="0">
                <a:highlight>
                  <a:srgbClr val="FFFF00"/>
                </a:highlight>
                <a:latin typeface="Microsoft YaHei UI" panose="020B0503020204020204" pitchFamily="34" charset="-122"/>
                <a:ea typeface="Microsoft YaHei UI" panose="020B0503020204020204" pitchFamily="34" charset="-122"/>
              </a:rPr>
              <a:t>力控云台的动力学建模与大地坐标系下控制</a:t>
            </a:r>
            <a:r>
              <a:rPr lang="zh-CN" altLang="en-US" sz="1400" dirty="0">
                <a:latin typeface="Microsoft YaHei UI" panose="020B0503020204020204" pitchFamily="34" charset="-122"/>
                <a:ea typeface="Microsoft YaHei UI" panose="020B0503020204020204" pitchFamily="34" charset="-122"/>
              </a:rPr>
              <a:t>部分曾经有过较多沟通与讨论</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向我推荐了</a:t>
            </a:r>
            <a:r>
              <a:rPr lang="en-US" altLang="zh-CN" sz="1400" dirty="0">
                <a:latin typeface="Microsoft YaHei UI" panose="020B0503020204020204" pitchFamily="34" charset="-122"/>
                <a:ea typeface="Microsoft YaHei UI" panose="020B0503020204020204" pitchFamily="34" charset="-122"/>
              </a:rPr>
              <a:t>Craig</a:t>
            </a:r>
            <a:r>
              <a:rPr lang="zh-CN" altLang="en-US" sz="1400" dirty="0">
                <a:latin typeface="Microsoft YaHei UI" panose="020B0503020204020204" pitchFamily="34" charset="-122"/>
                <a:ea typeface="Microsoft YaHei UI" panose="020B0503020204020204" pitchFamily="34" charset="-122"/>
              </a:rPr>
              <a:t>前辈的机器人学一书，受益匪浅</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en-US" altLang="zh-CN" sz="1400" dirty="0">
                <a:latin typeface="Microsoft YaHei UI" panose="020B0503020204020204" pitchFamily="34" charset="-122"/>
                <a:ea typeface="Microsoft YaHei UI" panose="020B0503020204020204" pitchFamily="34" charset="-122"/>
              </a:rPr>
              <a:t>【24</a:t>
            </a:r>
            <a:r>
              <a:rPr lang="zh-CN" altLang="en-US" sz="1400" dirty="0">
                <a:latin typeface="Microsoft YaHei UI" panose="020B0503020204020204" pitchFamily="34" charset="-122"/>
                <a:ea typeface="Microsoft YaHei UI" panose="020B0503020204020204" pitchFamily="34" charset="-122"/>
              </a:rPr>
              <a:t>赛季电控组队员</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少年班学院</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胡庭恺</a:t>
            </a:r>
            <a:r>
              <a:rPr lang="en-US" altLang="zh-CN" sz="1400" dirty="0">
                <a:latin typeface="Microsoft YaHei UI" panose="020B0503020204020204" pitchFamily="34" charset="-122"/>
                <a:ea typeface="Microsoft YaHei UI" panose="020B0503020204020204" pitchFamily="34" charset="-122"/>
              </a:rPr>
              <a:t>】【24</a:t>
            </a:r>
            <a:r>
              <a:rPr lang="zh-CN" altLang="en-US" sz="1400" dirty="0">
                <a:latin typeface="Microsoft YaHei UI" panose="020B0503020204020204" pitchFamily="34" charset="-122"/>
                <a:ea typeface="Microsoft YaHei UI" panose="020B0503020204020204" pitchFamily="34" charset="-122"/>
              </a:rPr>
              <a:t>赛季算法组队员</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信息科学技术学院</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卢星宇</a:t>
            </a:r>
            <a:r>
              <a:rPr lang="en-US" altLang="zh-CN" sz="1400" dirty="0">
                <a:latin typeface="Microsoft YaHei UI" panose="020B0503020204020204" pitchFamily="34" charset="-122"/>
                <a:ea typeface="Microsoft YaHei UI" panose="020B0503020204020204" pitchFamily="34" charset="-122"/>
              </a:rPr>
              <a:t>】【24</a:t>
            </a:r>
            <a:r>
              <a:rPr lang="zh-CN" altLang="en-US" sz="1400" dirty="0">
                <a:latin typeface="Microsoft YaHei UI" panose="020B0503020204020204" pitchFamily="34" charset="-122"/>
                <a:ea typeface="Microsoft YaHei UI" panose="020B0503020204020204" pitchFamily="34" charset="-122"/>
              </a:rPr>
              <a:t>赛季算法组组长</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工程科学学院</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邵宜阳</a:t>
            </a:r>
            <a:r>
              <a:rPr lang="en-US" altLang="zh-CN" sz="1400" dirty="0">
                <a:latin typeface="Microsoft YaHei UI" panose="020B0503020204020204" pitchFamily="34" charset="-122"/>
                <a:ea typeface="Microsoft YaHei UI" panose="020B0503020204020204" pitchFamily="34" charset="-122"/>
              </a:rPr>
              <a:t>】【25</a:t>
            </a:r>
            <a:r>
              <a:rPr lang="zh-CN" altLang="en-US" sz="1400" dirty="0">
                <a:latin typeface="Microsoft YaHei UI" panose="020B0503020204020204" pitchFamily="34" charset="-122"/>
                <a:ea typeface="Microsoft YaHei UI" panose="020B0503020204020204" pitchFamily="34" charset="-122"/>
              </a:rPr>
              <a:t>赛季项管</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网络空间安全学院</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张昊鹏</a:t>
            </a:r>
            <a:r>
              <a:rPr lang="en-US" altLang="zh-CN" sz="1400" dirty="0">
                <a:latin typeface="Microsoft YaHei UI" panose="020B0503020204020204" pitchFamily="34" charset="-122"/>
                <a:ea typeface="Microsoft YaHei UI" panose="020B0503020204020204" pitchFamily="34" charset="-122"/>
              </a:rPr>
              <a:t>】【24</a:t>
            </a:r>
            <a:r>
              <a:rPr lang="zh-CN" altLang="en-US" sz="1400" dirty="0">
                <a:latin typeface="Microsoft YaHei UI" panose="020B0503020204020204" pitchFamily="34" charset="-122"/>
                <a:ea typeface="Microsoft YaHei UI" panose="020B0503020204020204" pitchFamily="34" charset="-122"/>
              </a:rPr>
              <a:t>赛季电控组队员</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信息科学技术学院</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唐煜程</a:t>
            </a:r>
            <a:r>
              <a:rPr lang="en-US" altLang="zh-CN" sz="1400" dirty="0">
                <a:latin typeface="Microsoft YaHei UI" panose="020B0503020204020204" pitchFamily="34" charset="-122"/>
                <a:ea typeface="Microsoft YaHei UI" panose="020B0503020204020204" pitchFamily="34" charset="-122"/>
              </a:rPr>
              <a:t>】【24</a:t>
            </a:r>
            <a:r>
              <a:rPr lang="zh-CN" altLang="en-US" sz="1400" dirty="0">
                <a:latin typeface="Microsoft YaHei UI" panose="020B0503020204020204" pitchFamily="34" charset="-122"/>
                <a:ea typeface="Microsoft YaHei UI" panose="020B0503020204020204" pitchFamily="34" charset="-122"/>
              </a:rPr>
              <a:t>赛季电控组队员</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信息科学技术学院</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李辰阳</a:t>
            </a:r>
            <a:r>
              <a:rPr lang="en-US" altLang="zh-CN" sz="1400" dirty="0">
                <a:latin typeface="Microsoft YaHei UI" panose="020B0503020204020204" pitchFamily="34" charset="-122"/>
                <a:ea typeface="Microsoft YaHei UI" panose="020B0503020204020204" pitchFamily="34" charset="-122"/>
              </a:rPr>
              <a:t>】</a:t>
            </a: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协助</a:t>
            </a:r>
            <a:r>
              <a:rPr lang="zh-CN" altLang="en-US" sz="1400" dirty="0">
                <a:highlight>
                  <a:srgbClr val="FFFF00"/>
                </a:highlight>
                <a:latin typeface="Microsoft YaHei UI" panose="020B0503020204020204" pitchFamily="34" charset="-122"/>
                <a:ea typeface="Microsoft YaHei UI" panose="020B0503020204020204" pitchFamily="34" charset="-122"/>
              </a:rPr>
              <a:t>联调云台</a:t>
            </a:r>
            <a:endParaRPr lang="en-US" altLang="zh-CN" sz="1400" dirty="0">
              <a:highlight>
                <a:srgbClr val="FFFF00"/>
              </a:highlight>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协助</a:t>
            </a:r>
            <a:r>
              <a:rPr lang="zh-CN" altLang="en-US" sz="1400" dirty="0">
                <a:highlight>
                  <a:srgbClr val="FFFF00"/>
                </a:highlight>
                <a:latin typeface="Microsoft YaHei UI" panose="020B0503020204020204" pitchFamily="34" charset="-122"/>
                <a:ea typeface="Microsoft YaHei UI" panose="020B0503020204020204" pitchFamily="34" charset="-122"/>
              </a:rPr>
              <a:t>联调自瞄算法</a:t>
            </a:r>
            <a:endParaRPr lang="en-US" altLang="zh-CN" sz="1400" dirty="0">
              <a:highlight>
                <a:srgbClr val="FFFF00"/>
              </a:highlight>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1400" dirty="0">
              <a:highlight>
                <a:srgbClr val="FFFF00"/>
              </a:highlight>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en-US" altLang="zh-CN" sz="1400" dirty="0">
                <a:latin typeface="Microsoft YaHei UI" panose="020B0503020204020204" pitchFamily="34" charset="-122"/>
                <a:ea typeface="Microsoft YaHei UI" panose="020B0503020204020204" pitchFamily="34" charset="-122"/>
              </a:rPr>
              <a:t>【24</a:t>
            </a:r>
            <a:r>
              <a:rPr lang="zh-CN" altLang="en-US" sz="1400" dirty="0">
                <a:latin typeface="Microsoft YaHei UI" panose="020B0503020204020204" pitchFamily="34" charset="-122"/>
                <a:ea typeface="Microsoft YaHei UI" panose="020B0503020204020204" pitchFamily="34" charset="-122"/>
              </a:rPr>
              <a:t>赛季机械组组长</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沈阳自动化研究所（原中南大学</a:t>
            </a:r>
            <a:r>
              <a:rPr lang="en-US" altLang="zh-CN" sz="1400" dirty="0">
                <a:latin typeface="Microsoft YaHei UI" panose="020B0503020204020204" pitchFamily="34" charset="-122"/>
                <a:ea typeface="Microsoft YaHei UI" panose="020B0503020204020204" pitchFamily="34" charset="-122"/>
              </a:rPr>
              <a:t>FYT</a:t>
            </a:r>
            <a:r>
              <a:rPr lang="zh-CN" altLang="en-US" sz="1400" dirty="0">
                <a:latin typeface="Microsoft YaHei UI" panose="020B0503020204020204" pitchFamily="34" charset="-122"/>
                <a:ea typeface="Microsoft YaHei UI" panose="020B0503020204020204" pitchFamily="34" charset="-122"/>
              </a:rPr>
              <a:t>战队队长）</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林鹏飞</a:t>
            </a:r>
            <a:r>
              <a:rPr lang="en-US" altLang="zh-CN" sz="1400" dirty="0">
                <a:latin typeface="Microsoft YaHei UI" panose="020B0503020204020204" pitchFamily="34" charset="-122"/>
                <a:ea typeface="Microsoft YaHei UI" panose="020B0503020204020204" pitchFamily="34" charset="-122"/>
              </a:rPr>
              <a:t>】</a:t>
            </a:r>
          </a:p>
          <a:p>
            <a:pPr marL="742950" lvl="1" indent="-285750">
              <a:lnSpc>
                <a:spcPct val="130000"/>
              </a:lnSpc>
              <a:buFont typeface="Arial" panose="020B0604020202020204" pitchFamily="34" charset="0"/>
              <a:buChar char="•"/>
            </a:pPr>
            <a:r>
              <a:rPr lang="zh-CN" altLang="en-US" sz="1400" dirty="0">
                <a:highlight>
                  <a:srgbClr val="FFFF00"/>
                </a:highlight>
                <a:latin typeface="Microsoft YaHei UI" panose="020B0503020204020204" pitchFamily="34" charset="-122"/>
                <a:ea typeface="Microsoft YaHei UI" panose="020B0503020204020204" pitchFamily="34" charset="-122"/>
              </a:rPr>
              <a:t>规范化机械组的工作流</a:t>
            </a:r>
            <a:r>
              <a:rPr lang="zh-CN" altLang="en-US" sz="1400" dirty="0">
                <a:latin typeface="Microsoft YaHei UI" panose="020B0503020204020204" pitchFamily="34" charset="-122"/>
                <a:ea typeface="Microsoft YaHei UI" panose="020B0503020204020204" pitchFamily="34" charset="-122"/>
              </a:rPr>
              <a:t>，大幅提高机械组工作效率</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研发</a:t>
            </a:r>
            <a:r>
              <a:rPr lang="zh-CN" altLang="en-US" sz="1400" dirty="0">
                <a:highlight>
                  <a:srgbClr val="FFFF00"/>
                </a:highlight>
                <a:latin typeface="Microsoft YaHei UI" panose="020B0503020204020204" pitchFamily="34" charset="-122"/>
                <a:ea typeface="Microsoft YaHei UI" panose="020B0503020204020204" pitchFamily="34" charset="-122"/>
              </a:rPr>
              <a:t>哨兵的</a:t>
            </a:r>
            <a:r>
              <a:rPr lang="en-US" altLang="zh-CN" sz="1400" dirty="0">
                <a:highlight>
                  <a:srgbClr val="FFFF00"/>
                </a:highlight>
                <a:latin typeface="Microsoft YaHei UI" panose="020B0503020204020204" pitchFamily="34" charset="-122"/>
                <a:ea typeface="Microsoft YaHei UI" panose="020B0503020204020204" pitchFamily="34" charset="-122"/>
              </a:rPr>
              <a:t>YYP</a:t>
            </a:r>
            <a:r>
              <a:rPr lang="zh-CN" altLang="en-US" sz="1400" dirty="0">
                <a:highlight>
                  <a:srgbClr val="FFFF00"/>
                </a:highlight>
                <a:latin typeface="Microsoft YaHei UI" panose="020B0503020204020204" pitchFamily="34" charset="-122"/>
                <a:ea typeface="Microsoft YaHei UI" panose="020B0503020204020204" pitchFamily="34" charset="-122"/>
              </a:rPr>
              <a:t>异构型云台</a:t>
            </a:r>
            <a:r>
              <a:rPr lang="zh-CN" altLang="en-US" sz="1400" dirty="0">
                <a:latin typeface="Microsoft YaHei UI" panose="020B0503020204020204" pitchFamily="34" charset="-122"/>
                <a:ea typeface="Microsoft YaHei UI" panose="020B0503020204020204" pitchFamily="34" charset="-122"/>
              </a:rPr>
              <a:t>，维护整车机械结构并稳定投入运行</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主导设计机械结构与组装维护的哨兵机器人与工程机器人，是上赛季</a:t>
            </a:r>
            <a:r>
              <a:rPr lang="zh-CN" altLang="en-US" sz="1400" dirty="0">
                <a:highlight>
                  <a:srgbClr val="FFFF00"/>
                </a:highlight>
                <a:latin typeface="Microsoft YaHei UI" panose="020B0503020204020204" pitchFamily="34" charset="-122"/>
                <a:ea typeface="Microsoft YaHei UI" panose="020B0503020204020204" pitchFamily="34" charset="-122"/>
              </a:rPr>
              <a:t>机械结构最稳定</a:t>
            </a:r>
            <a:r>
              <a:rPr lang="zh-CN" altLang="en-US" sz="1400" dirty="0">
                <a:latin typeface="Microsoft YaHei UI" panose="020B0503020204020204" pitchFamily="34" charset="-122"/>
                <a:ea typeface="Microsoft YaHei UI" panose="020B0503020204020204" pitchFamily="34" charset="-122"/>
              </a:rPr>
              <a:t>的两台车</a:t>
            </a:r>
            <a:endParaRPr lang="en-US" altLang="zh-CN" sz="1400" dirty="0">
              <a:latin typeface="Microsoft YaHei UI" panose="020B0503020204020204" pitchFamily="34" charset="-122"/>
              <a:ea typeface="Microsoft YaHei UI" panose="020B0503020204020204" pitchFamily="34" charset="-122"/>
            </a:endParaRPr>
          </a:p>
          <a:p>
            <a:pPr lvl="1">
              <a:lnSpc>
                <a:spcPct val="130000"/>
              </a:lnSpc>
            </a:pPr>
            <a:endParaRPr lang="en-US" altLang="zh-CN" sz="1400" dirty="0">
              <a:highlight>
                <a:srgbClr val="FFFF00"/>
              </a:highlight>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en-US" altLang="zh-CN" sz="1400" dirty="0">
                <a:latin typeface="Microsoft YaHei UI" panose="020B0503020204020204" pitchFamily="34" charset="-122"/>
                <a:ea typeface="Microsoft YaHei UI" panose="020B0503020204020204" pitchFamily="34" charset="-122"/>
              </a:rPr>
              <a:t>【24</a:t>
            </a:r>
            <a:r>
              <a:rPr lang="zh-CN" altLang="en-US" sz="1400" dirty="0">
                <a:latin typeface="Microsoft YaHei UI" panose="020B0503020204020204" pitchFamily="34" charset="-122"/>
                <a:ea typeface="Microsoft YaHei UI" panose="020B0503020204020204" pitchFamily="34" charset="-122"/>
              </a:rPr>
              <a:t>赛季步兵操作手</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工程科学学院</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孙能晶</a:t>
            </a:r>
            <a:r>
              <a:rPr lang="en-US" altLang="zh-CN" sz="1400" dirty="0">
                <a:latin typeface="Microsoft YaHei UI" panose="020B0503020204020204" pitchFamily="34" charset="-122"/>
                <a:ea typeface="Microsoft YaHei UI" panose="020B0503020204020204" pitchFamily="34" charset="-122"/>
              </a:rPr>
              <a:t>】【24</a:t>
            </a:r>
            <a:r>
              <a:rPr lang="zh-CN" altLang="en-US" sz="1400" dirty="0">
                <a:latin typeface="Microsoft YaHei UI" panose="020B0503020204020204" pitchFamily="34" charset="-122"/>
                <a:ea typeface="Microsoft YaHei UI" panose="020B0503020204020204" pitchFamily="34" charset="-122"/>
              </a:rPr>
              <a:t>赛季云台手</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计算机科学学院</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周绍晅</a:t>
            </a:r>
            <a:r>
              <a:rPr lang="en-US" altLang="zh-CN" sz="1400" dirty="0">
                <a:latin typeface="Microsoft YaHei UI" panose="020B0503020204020204" pitchFamily="34" charset="-122"/>
                <a:ea typeface="Microsoft YaHei UI" panose="020B0503020204020204" pitchFamily="34" charset="-122"/>
              </a:rPr>
              <a:t>】【24</a:t>
            </a:r>
            <a:r>
              <a:rPr lang="zh-CN" altLang="en-US" sz="1400" dirty="0">
                <a:latin typeface="Microsoft YaHei UI" panose="020B0503020204020204" pitchFamily="34" charset="-122"/>
                <a:ea typeface="Microsoft YaHei UI" panose="020B0503020204020204" pitchFamily="34" charset="-122"/>
              </a:rPr>
              <a:t>赛季项管</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生命科学学院</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穆俊旭</a:t>
            </a:r>
            <a:r>
              <a:rPr lang="en-US" altLang="zh-CN" sz="1400" dirty="0">
                <a:latin typeface="Microsoft YaHei UI" panose="020B0503020204020204" pitchFamily="34" charset="-122"/>
                <a:ea typeface="Microsoft YaHei UI" panose="020B0503020204020204" pitchFamily="34" charset="-122"/>
              </a:rPr>
              <a:t>】</a:t>
            </a: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主要负责跟进后续</a:t>
            </a:r>
            <a:r>
              <a:rPr lang="zh-CN" altLang="en-US" sz="1400" dirty="0">
                <a:highlight>
                  <a:srgbClr val="FFFF00"/>
                </a:highlight>
                <a:latin typeface="Microsoft YaHei UI" panose="020B0503020204020204" pitchFamily="34" charset="-122"/>
                <a:ea typeface="Microsoft YaHei UI" panose="020B0503020204020204" pitchFamily="34" charset="-122"/>
              </a:rPr>
              <a:t>舵轮步兵的再设计</a:t>
            </a:r>
            <a:r>
              <a:rPr lang="zh-CN" altLang="en-US" sz="1400" dirty="0">
                <a:latin typeface="Microsoft YaHei UI" panose="020B0503020204020204" pitchFamily="34" charset="-122"/>
                <a:ea typeface="Microsoft YaHei UI" panose="020B0503020204020204" pitchFamily="34" charset="-122"/>
              </a:rPr>
              <a:t>与</a:t>
            </a:r>
            <a:r>
              <a:rPr lang="zh-CN" altLang="en-US" sz="1400" dirty="0">
                <a:highlight>
                  <a:srgbClr val="FFFF00"/>
                </a:highlight>
                <a:latin typeface="Microsoft YaHei UI" panose="020B0503020204020204" pitchFamily="34" charset="-122"/>
                <a:ea typeface="Microsoft YaHei UI" panose="020B0503020204020204" pitchFamily="34" charset="-122"/>
              </a:rPr>
              <a:t>机械、走线维护工作</a:t>
            </a:r>
            <a:r>
              <a:rPr lang="zh-CN" altLang="en-US" sz="1400" dirty="0">
                <a:latin typeface="Microsoft YaHei UI" panose="020B0503020204020204" pitchFamily="34" charset="-122"/>
                <a:ea typeface="Microsoft YaHei UI" panose="020B0503020204020204" pitchFamily="34" charset="-122"/>
              </a:rPr>
              <a:t>，</a:t>
            </a:r>
            <a:r>
              <a:rPr lang="zh-CN" altLang="en-US" sz="1400" dirty="0">
                <a:highlight>
                  <a:srgbClr val="FFFF00"/>
                </a:highlight>
                <a:latin typeface="Microsoft YaHei UI" panose="020B0503020204020204" pitchFamily="34" charset="-122"/>
                <a:ea typeface="Microsoft YaHei UI" panose="020B0503020204020204" pitchFamily="34" charset="-122"/>
              </a:rPr>
              <a:t>重构舵轮步兵云台</a:t>
            </a:r>
            <a:r>
              <a:rPr lang="zh-CN" altLang="en-US" sz="1400" dirty="0">
                <a:latin typeface="Microsoft YaHei UI" panose="020B0503020204020204" pitchFamily="34" charset="-122"/>
                <a:ea typeface="Microsoft YaHei UI" panose="020B0503020204020204" pitchFamily="34" charset="-122"/>
              </a:rPr>
              <a:t>，并进行</a:t>
            </a:r>
            <a:r>
              <a:rPr lang="zh-CN" altLang="en-US" sz="1400" dirty="0">
                <a:highlight>
                  <a:srgbClr val="FFFF00"/>
                </a:highlight>
                <a:latin typeface="Microsoft YaHei UI" panose="020B0503020204020204" pitchFamily="34" charset="-122"/>
                <a:ea typeface="Microsoft YaHei UI" panose="020B0503020204020204" pitchFamily="34" charset="-122"/>
              </a:rPr>
              <a:t>操作手训练</a:t>
            </a:r>
            <a:endParaRPr lang="en-US" altLang="zh-CN" sz="1400" dirty="0">
              <a:highlight>
                <a:srgbClr val="FFFF00"/>
              </a:highlight>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365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27a275ec-753e-47af-878d-7a97e07041b7"/>
  <p:tag name="COMMONDATA" val="eyJoZGlkIjoiYTBlMjBiOWE1Zjk5NDQ1M2U3NWYyMDQ3YWNmOWJjZWIifQ=="/>
</p:tagLst>
</file>

<file path=ppt/theme/theme1.xml><?xml version="1.0" encoding="utf-8"?>
<a:theme xmlns:a="http://schemas.openxmlformats.org/drawingml/2006/main" name="红利">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TM03457464[[fn=红利]]</Template>
  <TotalTime>0</TotalTime>
  <Words>821</Words>
  <Application>Microsoft Office PowerPoint</Application>
  <PresentationFormat>宽屏</PresentationFormat>
  <Paragraphs>73</Paragraphs>
  <Slides>9</Slides>
  <Notes>9</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9</vt:i4>
      </vt:variant>
    </vt:vector>
  </HeadingPairs>
  <TitlesOfParts>
    <vt:vector size="14" baseType="lpstr">
      <vt:lpstr>Microsoft YaHei UI</vt:lpstr>
      <vt:lpstr>Arial</vt:lpstr>
      <vt:lpstr>Gill Sans MT</vt:lpstr>
      <vt:lpstr>Wingdings 2</vt:lpstr>
      <vt:lpstr>红利</vt:lpstr>
      <vt:lpstr>6.8 总结与致谢</vt:lpstr>
      <vt:lpstr>目录</vt:lpstr>
      <vt:lpstr>1 回顾</vt:lpstr>
      <vt:lpstr>1 回顾</vt:lpstr>
      <vt:lpstr>1 回顾</vt:lpstr>
      <vt:lpstr>2 展望</vt:lpstr>
      <vt:lpstr>3 致谢</vt:lpstr>
      <vt:lpstr>3 致谢</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2019-12-13T06:13:00Z</dcterms:created>
  <dcterms:modified xsi:type="dcterms:W3CDTF">2025-03-25T09:32:16Z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5F80E70E50E141FFB62F51F4FF0185D8</vt:lpwstr>
  </property>
  <property fmtid="{D5CDD505-2E9C-101B-9397-08002B2CF9AE}" pid="4" name="KSOProductBuildVer">
    <vt:lpwstr>2052-11.1.0.12980</vt:lpwstr>
  </property>
</Properties>
</file>