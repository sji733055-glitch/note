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372" r:id="rId3"/>
    <p:sldId id="380" r:id="rId4"/>
    <p:sldId id="384" r:id="rId5"/>
    <p:sldId id="385" r:id="rId6"/>
    <p:sldId id="386" r:id="rId7"/>
    <p:sldId id="387" r:id="rId8"/>
    <p:sldId id="388" r:id="rId9"/>
    <p:sldId id="389" r:id="rId10"/>
    <p:sldId id="391" r:id="rId11"/>
    <p:sldId id="392" r:id="rId12"/>
    <p:sldId id="260" r:id="rId13"/>
  </p:sldIdLst>
  <p:sldSz cx="12192000" cy="6858000"/>
  <p:notesSz cx="6858000" cy="9144000"/>
  <p:custDataLst>
    <p:tags r:id="rId16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97" autoAdjust="0"/>
    <p:restoredTop sz="95244" autoAdjust="0"/>
  </p:normalViewPr>
  <p:slideViewPr>
    <p:cSldViewPr snapToGrid="0">
      <p:cViewPr varScale="1">
        <p:scale>
          <a:sx n="107" d="100"/>
          <a:sy n="107" d="100"/>
        </p:scale>
        <p:origin x="9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2025/2/9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4398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5189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7841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7914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28804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731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9472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1013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70937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2025/2/9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5.14 </a:t>
            </a:r>
            <a:r>
              <a:rPr lang="zh-CN" altLang="en-US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操作逻辑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4367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按键与拨码开关状态的分类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遥控器逻辑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控制端选择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底盘运动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键鼠逻辑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底盘运动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功率相关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能量机关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模块与整车控制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1 </a:t>
            </a:r>
            <a:r>
              <a:rPr lang="zh-CN" altLang="en-US" sz="3600" cap="none" dirty="0"/>
              <a:t>按</a:t>
            </a:r>
            <a:r>
              <a:rPr lang="zh-CN" altLang="en-US" sz="3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键与拨码开关状态的分类</a:t>
            </a:r>
            <a:endParaRPr lang="zh-CN" altLang="en-US" sz="3600" cap="none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2054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回顾一下，我们在本章第一节讲的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DR16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DT7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遥控器模块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当时根据当前状态和前一个计算周期状态，可以捕获按键和拨码开关变化的情况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在这里，操作逻辑顺着这种分类，就更容易规划了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关于按键情况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free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空闲，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pressed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按住，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trig free pressed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trig pressed free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松开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D7E23DD-3062-4F8D-B149-364C99421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108" y="3886428"/>
            <a:ext cx="3609808" cy="28600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B90E7E-CFEE-4E52-929C-FAACBF3132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085" y="3884119"/>
            <a:ext cx="4405378" cy="286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16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2.1 </a:t>
            </a:r>
            <a:r>
              <a:rPr lang="zh-CN" altLang="en-US" sz="3600" cap="none" dirty="0"/>
              <a:t>遥控器逻辑</a:t>
            </a:r>
            <a:r>
              <a:rPr lang="en-US" altLang="zh-CN" sz="3600" cap="none" dirty="0"/>
              <a:t>——</a:t>
            </a:r>
            <a:r>
              <a:rPr lang="zh-CN" altLang="en-US" sz="3600" cap="none" dirty="0"/>
              <a:t>控制方选择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485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整车控制方选择，遥控器左前方拨码开关下中上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失能状态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遥控器离线，或遥控器左前方拨码开关在最下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任何控制器均不可控制，且各个电机输出值均为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或下电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用于遥控器疯车、坠落时快速切断控制源，尽最大可能减小机构损伤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遥控器左前方拨码开关在中间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此时由操作手控制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自瞄状态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遥控器左前方拨码开关在最上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此时底盘由操作手控制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自瞄若识别到敌方装甲板则由其控制云台，否则操作手控制云台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522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2.2 </a:t>
            </a:r>
            <a:r>
              <a:rPr lang="zh-CN" altLang="en-US" sz="3600" cap="none" dirty="0"/>
              <a:t>遥控器逻辑</a:t>
            </a:r>
            <a:r>
              <a:rPr lang="en-US" altLang="zh-CN" sz="3600" cap="none" dirty="0"/>
              <a:t>——</a:t>
            </a:r>
            <a:r>
              <a:rPr lang="zh-CN" altLang="en-US" sz="3600" cap="none" dirty="0"/>
              <a:t>底盘运动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3254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平动控制，遥控器左侧拨杆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像大多数手游一样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对应以云台为第一人称视角的前后左右运动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两个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xy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分量分别将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[-1, 1]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等比例映射到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]</a:t>
            </a:r>
          </a:p>
          <a:p>
            <a:pPr lvl="1">
              <a:lnSpc>
                <a:spcPct val="130000"/>
              </a:lnSpc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旋转控制，遥控器左前方滚轮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对应底盘的旋转角速度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滚轮将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[-1, 1]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等比例映射到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[-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,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6250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600" cap="none" dirty="0"/>
              <a:t>3.1 </a:t>
            </a:r>
            <a:r>
              <a:rPr lang="zh-CN" altLang="en-US" sz="3600" cap="none" dirty="0"/>
              <a:t>键鼠逻辑</a:t>
            </a:r>
            <a:r>
              <a:rPr lang="en-US" altLang="zh-CN" sz="3600" cap="none" dirty="0"/>
              <a:t>——</a:t>
            </a:r>
            <a:r>
              <a:rPr lang="zh-CN" altLang="en-US" sz="3600" cap="none" dirty="0"/>
              <a:t>底盘运动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4542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平动控制，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WSAD【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按住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对应以云台为第一人称视角的前后左右运动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+=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+=-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A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vy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+=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vy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+=-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旋转控制，即小陀螺，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QE【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按住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对应底盘的旋转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ω+=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ω+=-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有很多队伍采用的是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进行小陀螺模式的切换，或者说进入小陀螺状态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然而，经过战场测试发现并不是很好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当对枪时，很可能忘记开启小陀螺导致被对面秒杀掉点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当闲置休整时，很可能忘记关闭小陀螺导致超级电容难以充电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因此，按住可以让操作手更好确认自己是否开启了小陀螺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当然，按住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时底盘不方便平动，因此可以选择有模拟按键功能的鼠标，将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Q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或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E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映射到鼠标侧键上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符合规则！如图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F3A4D3F-FC98-4CD8-9367-0FFA10277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2379" y="5727032"/>
            <a:ext cx="5189621" cy="113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896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200" cap="none" dirty="0"/>
              <a:t>3.2 </a:t>
            </a:r>
            <a:r>
              <a:rPr lang="zh-CN" altLang="en-US" sz="3200" cap="none" dirty="0"/>
              <a:t>键鼠逻辑</a:t>
            </a:r>
            <a:r>
              <a:rPr lang="en-US" altLang="zh-CN" sz="3200" cap="none" dirty="0"/>
              <a:t>——</a:t>
            </a:r>
            <a:r>
              <a:rPr lang="zh-CN" altLang="en-US" sz="3200" cap="none" dirty="0"/>
              <a:t>功率相关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4862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功率使用情况，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Shift/B【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按住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分别用于切换至加速模式和爆发模式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常规模式，</a:t>
            </a: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底盘功率限制为裁判系统限制数值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底盘平动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=3m/s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，底盘转动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=4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rad/s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，底盘平动加速度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3m/s^2</a:t>
            </a:r>
            <a:endParaRPr lang="en-US" altLang="zh-CN" sz="16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加速模式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底盘功率限制为裁判系统限制数值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+50W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，多出来的功率由超级电容提供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底盘平动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=5m/s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，底盘转动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=6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rad/s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，底盘平动加速度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5m/s^2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用于常规赶路、对枪小陀螺等情况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爆发模式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底盘功率限制为裁判系统限制数值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+250W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，多出来的功率由超级电容提供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底盘平动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vmax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=5m/s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，底盘转动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ωmax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=6</a:t>
            </a:r>
            <a:r>
              <a:rPr lang="el-GR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π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rad/s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，底盘平动加速度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5m/s^2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用于冲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40°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坡、飞坡等极限情况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Shift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同时按住，则优先爆发模式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714500" lvl="3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不过这个不常遇到，除非脸滚键盘。。。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1250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200" cap="none" dirty="0"/>
              <a:t>3.3 </a:t>
            </a:r>
            <a:r>
              <a:rPr lang="zh-CN" altLang="en-US" sz="3200" cap="none" dirty="0"/>
              <a:t>键鼠逻辑</a:t>
            </a:r>
            <a:r>
              <a:rPr lang="en-US" altLang="zh-CN" sz="3200" cap="none" dirty="0"/>
              <a:t>——</a:t>
            </a:r>
            <a:r>
              <a:rPr lang="zh-CN" altLang="en-US" sz="3200" cap="none" dirty="0"/>
              <a:t>能量机关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293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自瞄识别的目标切换，</a:t>
            </a:r>
            <a:r>
              <a:rPr lang="en-US" altLang="zh-CN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V【</a:t>
            </a:r>
            <a:r>
              <a:rPr lang="zh-CN" altLang="en-US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用于切换装甲板状态与能量机关状态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装甲板状态，</a:t>
            </a:r>
            <a:r>
              <a:rPr lang="zh-CN" altLang="en-US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此时底盘跟随正常，发射机构连发阈值为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0.15s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能量机关状态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此时底盘跟随关闭，发射机构连发阈值为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1s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若操作手突破了发射机构连发阈值，或能量机关状态持续超过了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30s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，或操作手开启了小陀螺，则自动切换为装甲板状态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8914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200" cap="none" dirty="0"/>
              <a:t>3.4 </a:t>
            </a:r>
            <a:r>
              <a:rPr lang="zh-CN" altLang="en-US" sz="3200" cap="none" dirty="0"/>
              <a:t>键鼠逻辑</a:t>
            </a:r>
            <a:r>
              <a:rPr lang="en-US" altLang="zh-CN" sz="3200" cap="none" dirty="0"/>
              <a:t>——</a:t>
            </a:r>
            <a:r>
              <a:rPr lang="zh-CN" altLang="en-US" sz="3200" cap="none" dirty="0"/>
              <a:t>模块与整车控制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4455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复位整车，</a:t>
            </a:r>
            <a:r>
              <a:rPr lang="en-US" altLang="zh-CN" sz="20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Ctrl+Shift+Z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复位整车，调用函数</a:t>
            </a:r>
            <a:r>
              <a:rPr lang="en-US" altLang="zh-CN" sz="2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HAL_NVIC_SystemReset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();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即可复位整车，若机器人临场嵌入式出现奇怪问题可用此法脱困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裁判系统可信情况切换，</a:t>
            </a:r>
            <a:r>
              <a:rPr lang="en-US" altLang="zh-CN" sz="20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Ctrl+Shift+X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速记法：裁判判负打个叉，所以是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X</a:t>
            </a:r>
            <a:endParaRPr lang="en-US" altLang="zh-CN" sz="20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裁判系统可信，</a:t>
            </a:r>
            <a:r>
              <a:rPr lang="zh-CN" altLang="en-US" sz="20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，此时功率控制的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部分当前值数据由裁判系统提供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裁判系统不可信，此时功率控制的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部分当前值数据不由裁判系统提供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裁判系统不可信时，由操作手手动设置红蓝方以及底盘属性和发射机构属性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但凡操作手手动修改过红蓝方、底盘、发射机构属性或手动升级，裁判系统都将切换为不可信状态，需操作手手动切回可信状态才能继续相信裁判系统的信息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660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200" cap="none" dirty="0"/>
              <a:t>3.4 </a:t>
            </a:r>
            <a:r>
              <a:rPr lang="zh-CN" altLang="en-US" sz="3200" cap="none" dirty="0"/>
              <a:t>键鼠逻辑</a:t>
            </a:r>
            <a:r>
              <a:rPr lang="en-US" altLang="zh-CN" sz="3200" cap="none" dirty="0"/>
              <a:t>——</a:t>
            </a:r>
            <a:r>
              <a:rPr lang="zh-CN" altLang="en-US" sz="3200" cap="none" dirty="0"/>
              <a:t>模块与整车控制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3902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红蓝方切换，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Ctrl+Shift+Q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默认红方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，按一次在红方蓝方之间切换一次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底盘属性切换，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Ctrl+Shift+W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默认血量优先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，按一次在血量优先和功率优先之间切换一次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发射机构属性切换，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Ctrl+Shift+E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默认冷却优先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，按一次在冷却优先和爆发优先之间切换一次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操作手手动升级，</a:t>
            </a:r>
            <a:r>
              <a:rPr lang="en-US" altLang="zh-CN" sz="16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Ctrl+Shift+R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/F【</a:t>
            </a:r>
            <a:r>
              <a:rPr lang="zh-CN" altLang="en-US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16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</a:t>
            </a:r>
            <a:r>
              <a:rPr lang="en-US" altLang="zh-CN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sz="16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极</a:t>
            </a:r>
            <a:endParaRPr lang="en-US" altLang="zh-CN" sz="1600" dirty="0">
              <a:highlight>
                <a:srgbClr val="00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对应升级，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对应降级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946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200" cap="none" dirty="0"/>
              <a:t>3.4 </a:t>
            </a:r>
            <a:r>
              <a:rPr lang="zh-CN" altLang="en-US" sz="3200" cap="none" dirty="0"/>
              <a:t>键鼠逻辑</a:t>
            </a:r>
            <a:r>
              <a:rPr lang="en-US" altLang="zh-CN" sz="3200" cap="none" dirty="0"/>
              <a:t>——</a:t>
            </a:r>
            <a:r>
              <a:rPr lang="zh-CN" altLang="en-US" sz="3200" cap="none" dirty="0"/>
              <a:t>模块与整车控制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3E51B6-2CAB-402E-B4F6-5EEB6A9C5381}"/>
              </a:ext>
            </a:extLst>
          </p:cNvPr>
          <p:cNvSpPr txBox="1"/>
          <p:nvPr/>
        </p:nvSpPr>
        <p:spPr>
          <a:xfrm>
            <a:off x="733592" y="1550046"/>
            <a:ext cx="11029616" cy="2454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超级电容可信情况切换，</a:t>
            </a:r>
            <a:r>
              <a:rPr lang="en-US" altLang="zh-CN" sz="2000" dirty="0" err="1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Ctrl+Shift+C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【</a:t>
            </a:r>
            <a:r>
              <a:rPr lang="zh-CN" altLang="en-US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按下</a:t>
            </a:r>
            <a:r>
              <a:rPr lang="en-US" altLang="zh-CN" sz="2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】</a:t>
            </a: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速记法：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Capacity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是电容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超级电容可信，</a:t>
            </a:r>
            <a:r>
              <a:rPr lang="zh-CN" altLang="en-US" sz="2000" dirty="0">
                <a:highlight>
                  <a:srgbClr val="00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默认状态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，若裁判系统不可信或离线，此时功率控制的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部分当前值数据由超级电容提供，否则由裁判系统提供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超级电容不可信，若裁判系统不可信或离线，此时功率控制仅保留前馈部分，不进行闭环，否则由裁判系统提供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7325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1213</Words>
  <Application>Microsoft Office PowerPoint</Application>
  <PresentationFormat>宽屏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Microsoft YaHei UI</vt:lpstr>
      <vt:lpstr>Arial</vt:lpstr>
      <vt:lpstr>Gill Sans MT</vt:lpstr>
      <vt:lpstr>Wingdings 2</vt:lpstr>
      <vt:lpstr>红利</vt:lpstr>
      <vt:lpstr>5.14 操作逻辑</vt:lpstr>
      <vt:lpstr>目录</vt:lpstr>
      <vt:lpstr>1 按键与拨码开关状态的分类</vt:lpstr>
      <vt:lpstr>2.1 遥控器逻辑——控制方选择</vt:lpstr>
      <vt:lpstr>2.2 遥控器逻辑——底盘运动</vt:lpstr>
      <vt:lpstr>3.1 键鼠逻辑——底盘运动</vt:lpstr>
      <vt:lpstr>3.2 键鼠逻辑——功率相关</vt:lpstr>
      <vt:lpstr>3.3 键鼠逻辑——能量机关</vt:lpstr>
      <vt:lpstr>3.4 键鼠逻辑——模块与整车控制</vt:lpstr>
      <vt:lpstr>3.4 键鼠逻辑——模块与整车控制</vt:lpstr>
      <vt:lpstr>3.4 键鼠逻辑——模块与整车控制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2025-02-09T12:16:59Z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