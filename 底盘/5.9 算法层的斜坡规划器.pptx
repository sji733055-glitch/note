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5.jpg" ContentType="image/gif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372" r:id="rId3"/>
    <p:sldId id="373" r:id="rId4"/>
    <p:sldId id="374" r:id="rId5"/>
    <p:sldId id="375" r:id="rId6"/>
    <p:sldId id="376" r:id="rId7"/>
    <p:sldId id="377" r:id="rId8"/>
    <p:sldId id="260" r:id="rId9"/>
  </p:sldIdLst>
  <p:sldSz cx="12192000" cy="6858000"/>
  <p:notesSz cx="6858000" cy="9144000"/>
  <p:custDataLst>
    <p:tags r:id="rId12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7" autoAdjust="0"/>
    <p:restoredTop sz="95244" autoAdjust="0"/>
  </p:normalViewPr>
  <p:slideViewPr>
    <p:cSldViewPr snapToGrid="0">
      <p:cViewPr varScale="1">
        <p:scale>
          <a:sx n="80" d="100"/>
          <a:sy n="80" d="100"/>
        </p:scale>
        <p:origin x="70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2025/1/28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2025/1/28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21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838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8459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2555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5613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3245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2025/1/28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5.9 </a:t>
            </a:r>
            <a:r>
              <a:rPr lang="zh-CN" altLang="en-US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算法层的斜坡规划器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2" y="1550046"/>
            <a:ext cx="11029616" cy="2446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为什么要规划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斜坡规划器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硬规划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软规划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规划器的函数库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2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为什么要规划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702446"/>
            <a:ext cx="11029616" cy="3654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想象这样一个适用场景，我们在操作步兵运动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如果是遥控器操作，拨杆拨动幅度，直接可以对应到底盘的速度，这很合理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但如果是键鼠操作呢？只有按下和松手的区别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按一下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，底盘噌的一下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3m/s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飞出去了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松手之后，瞬间刹车，底盘差点翻，操作手第一人称视角脑浆子都摇匀了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如果，我们可以将键鼠操作更加缓和一些，是不是操作手体验就会好很多呢？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让操作更缓和，就是让底盘的目标速度变化更缓和，或者说对底盘的目标速度进行规划！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830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 </a:t>
            </a:r>
            <a:r>
              <a:rPr lang="zh-CN" altLang="en-US" sz="4000" cap="none" dirty="0"/>
              <a:t>斜坡规划器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702446"/>
            <a:ext cx="11029616" cy="1662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如果，当我们目标值突变时，我们让这个目标值缓缓跟随上去，一个计算周期就增减固定的一个小值，那么这就是斜坡规划器的雏形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这个规划器亦可看作是一个系统，其输入是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目标值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，其输出是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规划值</a:t>
            </a:r>
            <a:endParaRPr lang="en-US" altLang="zh-CN" sz="16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此外，还有一个值，叫做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真实值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，也就是被规划的数值在物理系统中的实际值，比如底盘当前真实速度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如图，黑色曲线就是目标值，而红色曲线就是规划值</a:t>
            </a:r>
            <a:endParaRPr lang="en-US" altLang="zh-CN" sz="16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C29B15-3FEA-4D66-8073-DA6CC52DF41C}"/>
              </a:ext>
            </a:extLst>
          </p:cNvPr>
          <p:cNvSpPr txBox="1"/>
          <p:nvPr/>
        </p:nvSpPr>
        <p:spPr>
          <a:xfrm>
            <a:off x="5573998" y="3680603"/>
            <a:ext cx="6618002" cy="2622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这个图说明，我们定义这个规划器的时候，需要初始化两个变量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加速度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用于上一计算周期目标值和当前目标值乘积非负，且绝对值增加的情况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减速度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上一计算周期目标值和当前目标值乘积非负，且绝对值减小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或者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上一计算周期目标值和当前目标值乘积为负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的情况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1DC4080-A93A-4D81-AE4C-9CB3880D0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132" y="3680603"/>
            <a:ext cx="3435751" cy="284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1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75FCAD1A-E015-44A1-B7DA-685FFE504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644" y="4281147"/>
            <a:ext cx="1428750" cy="14287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2.1 </a:t>
            </a:r>
            <a:r>
              <a:rPr lang="zh-CN" altLang="en-US" sz="4000" cap="none" dirty="0"/>
              <a:t>斜坡规划器</a:t>
            </a:r>
            <a:r>
              <a:rPr lang="en-US" altLang="zh-CN" sz="4000" cap="none" dirty="0"/>
              <a:t>——</a:t>
            </a:r>
            <a:r>
              <a:rPr lang="zh-CN" altLang="en-US" sz="4000" cap="none" dirty="0"/>
              <a:t>硬规划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702446"/>
            <a:ext cx="11029616" cy="3654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然而，我们在工程控制中，可能会出现下图这种情况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受限于一些条件，如功率控制，我们的底盘的速度无法达到规划值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像图中这种，规划值不受真实值影响，完全由目标值决定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我个人叫它硬规划，或者说目标值优先的规划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但是，这种情况比较唐。。。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操作手在松手的那个时刻，底盘还会保持原速一定时间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手感奇差啊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因此，就有了结合真实值的软规划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ED44F37-DE83-43A3-8EE8-B57632A49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426" y="3619005"/>
            <a:ext cx="3640720" cy="287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6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2.2 </a:t>
            </a:r>
            <a:r>
              <a:rPr lang="zh-CN" altLang="en-US" sz="4000" cap="none" dirty="0"/>
              <a:t>斜坡规划器</a:t>
            </a:r>
            <a:r>
              <a:rPr lang="en-US" altLang="zh-CN" sz="4000" cap="none" dirty="0"/>
              <a:t>——</a:t>
            </a:r>
            <a:r>
              <a:rPr lang="zh-CN" altLang="en-US" sz="4000" cap="none" dirty="0"/>
              <a:t>软规划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702446"/>
            <a:ext cx="11029616" cy="2854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像图中这种，规划值受真实值影响，跟不上的时候，如若真实值在目标值和硬规划的规划值之间，则直接将规划值变成真实值的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我个人叫它软规划，或者说真实值优先的规划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操作手在松手的那个时刻，底盘直接开始掉速！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舒服了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操作手：有你是我的福气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42FD9A1-3B29-4F74-AE00-C6F099F16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426" y="3609077"/>
            <a:ext cx="3640720" cy="274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1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3 </a:t>
            </a:r>
            <a:r>
              <a:rPr lang="zh-CN" altLang="en-US" sz="4000" cap="none" dirty="0"/>
              <a:t>规划器的函数库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1D9013-6C9B-4E51-B327-A0AA58CBB9D4}"/>
              </a:ext>
            </a:extLst>
          </p:cNvPr>
          <p:cNvSpPr txBox="1"/>
          <p:nvPr/>
        </p:nvSpPr>
        <p:spPr>
          <a:xfrm>
            <a:off x="733592" y="1702446"/>
            <a:ext cx="11029616" cy="45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直接读代码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193977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544</Words>
  <Application>Microsoft Office PowerPoint</Application>
  <PresentationFormat>宽屏</PresentationFormat>
  <Paragraphs>55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 UI</vt:lpstr>
      <vt:lpstr>Arial</vt:lpstr>
      <vt:lpstr>Gill Sans MT</vt:lpstr>
      <vt:lpstr>Wingdings 2</vt:lpstr>
      <vt:lpstr>红利</vt:lpstr>
      <vt:lpstr>5.9 算法层的斜坡规划器</vt:lpstr>
      <vt:lpstr>目录</vt:lpstr>
      <vt:lpstr>1 为什么要规划</vt:lpstr>
      <vt:lpstr>2 斜坡规划器</vt:lpstr>
      <vt:lpstr>2.1 斜坡规划器——硬规划</vt:lpstr>
      <vt:lpstr>2.2 斜坡规划器——软规划</vt:lpstr>
      <vt:lpstr>3 规划器的函数库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2019-12-13T06:13:00Z</dcterms:created>
  <dcterms:modified xsi:type="dcterms:W3CDTF">2025-01-28T02:36:23Z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5F80E70E50E141FFB62F51F4FF0185D8</vt:lpwstr>
  </property>
  <property fmtid="{D5CDD505-2E9C-101B-9397-08002B2CF9AE}" pid="4" name="KSOProductBuildVer">
    <vt:lpwstr>2052-11.1.0.12980</vt:lpwstr>
  </property>
</Properties>
</file>